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27"/>
  </p:notesMasterIdLst>
  <p:sldIdLst>
    <p:sldId id="256" r:id="rId2"/>
    <p:sldId id="258" r:id="rId3"/>
    <p:sldId id="274" r:id="rId4"/>
    <p:sldId id="275" r:id="rId5"/>
    <p:sldId id="266" r:id="rId6"/>
    <p:sldId id="276" r:id="rId7"/>
    <p:sldId id="277" r:id="rId8"/>
    <p:sldId id="278" r:id="rId9"/>
    <p:sldId id="279" r:id="rId10"/>
    <p:sldId id="280" r:id="rId11"/>
    <p:sldId id="281" r:id="rId12"/>
    <p:sldId id="282" r:id="rId13"/>
    <p:sldId id="283" r:id="rId14"/>
    <p:sldId id="284" r:id="rId15"/>
    <p:sldId id="285" r:id="rId16"/>
    <p:sldId id="286" r:id="rId17"/>
    <p:sldId id="287" r:id="rId18"/>
    <p:sldId id="288" r:id="rId19"/>
    <p:sldId id="289" r:id="rId20"/>
    <p:sldId id="290" r:id="rId21"/>
    <p:sldId id="291" r:id="rId22"/>
    <p:sldId id="292" r:id="rId23"/>
    <p:sldId id="293" r:id="rId24"/>
    <p:sldId id="294" r:id="rId25"/>
    <p:sldId id="295"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5" d="100"/>
          <a:sy n="75" d="100"/>
        </p:scale>
        <p:origin x="82"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7298E-22E6-4AB0-84F7-B3766DBE34BB}" type="datetimeFigureOut">
              <a:rPr lang="fr-FR" smtClean="0"/>
              <a:t>27/05/2025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9AE793-875B-4800-A60B-4A0466834994}" type="slidenum">
              <a:rPr lang="fr-FR" smtClean="0"/>
              <a:t>‹N°›</a:t>
            </a:fld>
            <a:endParaRPr lang="fr-FR"/>
          </a:p>
        </p:txBody>
      </p:sp>
    </p:spTree>
    <p:extLst>
      <p:ext uri="{BB962C8B-B14F-4D97-AF65-F5344CB8AC3E}">
        <p14:creationId xmlns:p14="http://schemas.microsoft.com/office/powerpoint/2010/main" val="330620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 name="Google Shape;8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39700" lvl="0" indent="0" algn="l" rtl="0">
              <a:lnSpc>
                <a:spcPct val="100000"/>
              </a:lnSpc>
              <a:spcBef>
                <a:spcPts val="0"/>
              </a:spcBef>
              <a:spcAft>
                <a:spcPts val="0"/>
              </a:spcAft>
              <a:buClr>
                <a:schemeClr val="dk1"/>
              </a:buClr>
              <a:buSzPts val="1200"/>
              <a:buFont typeface="Calibri"/>
              <a:buNone/>
            </a:pPr>
            <a:endParaRPr sz="1200" b="0" i="0" u="none" strike="noStrike" cap="none" dirty="0">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7" name="Google Shape;417;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dirty="0">
              <a:solidFill>
                <a:schemeClr val="dk1"/>
              </a:solidFill>
              <a:latin typeface="Calibri"/>
              <a:ea typeface="Calibri"/>
              <a:cs typeface="Calibri"/>
              <a:sym typeface="Calibri"/>
            </a:endParaRPr>
          </a:p>
        </p:txBody>
      </p:sp>
      <p:sp>
        <p:nvSpPr>
          <p:cNvPr id="418" name="Google Shape;418;p4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fr-FR" sz="1200" b="0" i="0" u="none" strike="noStrike" cap="none">
                <a:solidFill>
                  <a:srgbClr val="000000"/>
                </a:solidFill>
                <a:latin typeface="Calibri"/>
                <a:ea typeface="Calibri"/>
                <a:cs typeface="Calibri"/>
                <a:sym typeface="Calibri"/>
              </a:rPr>
              <a:t>14</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6" name="Google Shape;446;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dirty="0">
              <a:solidFill>
                <a:schemeClr val="dk1"/>
              </a:solidFill>
              <a:latin typeface="Calibri"/>
              <a:ea typeface="Calibri"/>
              <a:cs typeface="Calibri"/>
              <a:sym typeface="Calibri"/>
            </a:endParaRPr>
          </a:p>
        </p:txBody>
      </p:sp>
      <p:sp>
        <p:nvSpPr>
          <p:cNvPr id="447" name="Google Shape;447;p4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fr-FR" sz="1200" b="0" i="0" u="none" strike="noStrike" cap="none">
                <a:solidFill>
                  <a:srgbClr val="000000"/>
                </a:solidFill>
                <a:latin typeface="Calibri"/>
                <a:ea typeface="Calibri"/>
                <a:cs typeface="Calibri"/>
                <a:sym typeface="Calibri"/>
              </a:rPr>
              <a:t>15</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a:extLst>
            <a:ext uri="{FF2B5EF4-FFF2-40B4-BE49-F238E27FC236}">
              <a16:creationId xmlns:a16="http://schemas.microsoft.com/office/drawing/2014/main" id="{070EDD98-69B3-CAFD-3FDE-157BCC85B225}"/>
            </a:ext>
          </a:extLst>
        </p:cNvPr>
        <p:cNvGrpSpPr/>
        <p:nvPr/>
      </p:nvGrpSpPr>
      <p:grpSpPr>
        <a:xfrm>
          <a:off x="0" y="0"/>
          <a:ext cx="0" cy="0"/>
          <a:chOff x="0" y="0"/>
          <a:chExt cx="0" cy="0"/>
        </a:xfrm>
      </p:grpSpPr>
      <p:sp>
        <p:nvSpPr>
          <p:cNvPr id="445" name="Google Shape;445;p41:notes">
            <a:extLst>
              <a:ext uri="{FF2B5EF4-FFF2-40B4-BE49-F238E27FC236}">
                <a16:creationId xmlns:a16="http://schemas.microsoft.com/office/drawing/2014/main" id="{E848B5D9-10AB-E0D2-2DF2-7225D68D3D9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6" name="Google Shape;446;p41:notes">
            <a:extLst>
              <a:ext uri="{FF2B5EF4-FFF2-40B4-BE49-F238E27FC236}">
                <a16:creationId xmlns:a16="http://schemas.microsoft.com/office/drawing/2014/main" id="{BF805B63-440D-F486-5D2C-65E919C0F6A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dirty="0">
              <a:solidFill>
                <a:schemeClr val="dk1"/>
              </a:solidFill>
              <a:latin typeface="Calibri"/>
              <a:ea typeface="Calibri"/>
              <a:cs typeface="Calibri"/>
              <a:sym typeface="Calibri"/>
            </a:endParaRPr>
          </a:p>
        </p:txBody>
      </p:sp>
      <p:sp>
        <p:nvSpPr>
          <p:cNvPr id="447" name="Google Shape;447;p41:notes">
            <a:extLst>
              <a:ext uri="{FF2B5EF4-FFF2-40B4-BE49-F238E27FC236}">
                <a16:creationId xmlns:a16="http://schemas.microsoft.com/office/drawing/2014/main" id="{DA969BA2-1903-C58C-0B97-EBB7BF9FA9CC}"/>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fr-FR" sz="1200" b="0" i="0" u="none" strike="noStrike" cap="none">
                <a:solidFill>
                  <a:srgbClr val="000000"/>
                </a:solidFill>
                <a:latin typeface="Calibri"/>
                <a:ea typeface="Calibri"/>
                <a:cs typeface="Calibri"/>
                <a:sym typeface="Calibri"/>
              </a:rPr>
              <a:t>16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1058907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a:extLst>
            <a:ext uri="{FF2B5EF4-FFF2-40B4-BE49-F238E27FC236}">
              <a16:creationId xmlns:a16="http://schemas.microsoft.com/office/drawing/2014/main" id="{613C9A95-2072-A168-208B-A87CC6E92FD3}"/>
            </a:ext>
          </a:extLst>
        </p:cNvPr>
        <p:cNvGrpSpPr/>
        <p:nvPr/>
      </p:nvGrpSpPr>
      <p:grpSpPr>
        <a:xfrm>
          <a:off x="0" y="0"/>
          <a:ext cx="0" cy="0"/>
          <a:chOff x="0" y="0"/>
          <a:chExt cx="0" cy="0"/>
        </a:xfrm>
      </p:grpSpPr>
      <p:sp>
        <p:nvSpPr>
          <p:cNvPr id="445" name="Google Shape;445;p41:notes">
            <a:extLst>
              <a:ext uri="{FF2B5EF4-FFF2-40B4-BE49-F238E27FC236}">
                <a16:creationId xmlns:a16="http://schemas.microsoft.com/office/drawing/2014/main" id="{1DCB691E-9C56-D492-B2EF-AF842D19DD5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6" name="Google Shape;446;p41:notes">
            <a:extLst>
              <a:ext uri="{FF2B5EF4-FFF2-40B4-BE49-F238E27FC236}">
                <a16:creationId xmlns:a16="http://schemas.microsoft.com/office/drawing/2014/main" id="{42B4531E-3457-9035-E764-592331AFB43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dirty="0">
              <a:solidFill>
                <a:schemeClr val="dk1"/>
              </a:solidFill>
              <a:latin typeface="Calibri"/>
              <a:ea typeface="Calibri"/>
              <a:cs typeface="Calibri"/>
              <a:sym typeface="Calibri"/>
            </a:endParaRPr>
          </a:p>
        </p:txBody>
      </p:sp>
      <p:sp>
        <p:nvSpPr>
          <p:cNvPr id="447" name="Google Shape;447;p41:notes">
            <a:extLst>
              <a:ext uri="{FF2B5EF4-FFF2-40B4-BE49-F238E27FC236}">
                <a16:creationId xmlns:a16="http://schemas.microsoft.com/office/drawing/2014/main" id="{66F61872-ACD3-D132-45CC-223E5FFAD34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fr-FR" sz="1200" b="0" i="0" u="none" strike="noStrike" cap="none">
                <a:solidFill>
                  <a:srgbClr val="000000"/>
                </a:solidFill>
                <a:latin typeface="Calibri"/>
                <a:ea typeface="Calibri"/>
                <a:cs typeface="Calibri"/>
                <a:sym typeface="Calibri"/>
              </a:rPr>
              <a:t>17</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9935939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a:extLst>
            <a:ext uri="{FF2B5EF4-FFF2-40B4-BE49-F238E27FC236}">
              <a16:creationId xmlns:a16="http://schemas.microsoft.com/office/drawing/2014/main" id="{00A5BAD2-3BA6-38F9-0DFB-BF1BA688A9FB}"/>
            </a:ext>
          </a:extLst>
        </p:cNvPr>
        <p:cNvGrpSpPr/>
        <p:nvPr/>
      </p:nvGrpSpPr>
      <p:grpSpPr>
        <a:xfrm>
          <a:off x="0" y="0"/>
          <a:ext cx="0" cy="0"/>
          <a:chOff x="0" y="0"/>
          <a:chExt cx="0" cy="0"/>
        </a:xfrm>
      </p:grpSpPr>
      <p:sp>
        <p:nvSpPr>
          <p:cNvPr id="445" name="Google Shape;445;p41:notes">
            <a:extLst>
              <a:ext uri="{FF2B5EF4-FFF2-40B4-BE49-F238E27FC236}">
                <a16:creationId xmlns:a16="http://schemas.microsoft.com/office/drawing/2014/main" id="{AE7337B2-47A4-C1EB-6685-CF47576C60D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6" name="Google Shape;446;p41:notes">
            <a:extLst>
              <a:ext uri="{FF2B5EF4-FFF2-40B4-BE49-F238E27FC236}">
                <a16:creationId xmlns:a16="http://schemas.microsoft.com/office/drawing/2014/main" id="{48B74808-CCF5-59C7-49E2-4EFEE3349D9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dirty="0">
              <a:solidFill>
                <a:schemeClr val="dk1"/>
              </a:solidFill>
              <a:latin typeface="Calibri"/>
              <a:ea typeface="Calibri"/>
              <a:cs typeface="Calibri"/>
              <a:sym typeface="Calibri"/>
            </a:endParaRPr>
          </a:p>
        </p:txBody>
      </p:sp>
      <p:sp>
        <p:nvSpPr>
          <p:cNvPr id="447" name="Google Shape;447;p41:notes">
            <a:extLst>
              <a:ext uri="{FF2B5EF4-FFF2-40B4-BE49-F238E27FC236}">
                <a16:creationId xmlns:a16="http://schemas.microsoft.com/office/drawing/2014/main" id="{F0BFE2E6-91C1-E272-88F0-76C50DF76CC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fr-FR" sz="1200" b="0" i="0" u="none" strike="noStrike" cap="none">
                <a:solidFill>
                  <a:srgbClr val="000000"/>
                </a:solidFill>
                <a:latin typeface="Calibri"/>
                <a:ea typeface="Calibri"/>
                <a:cs typeface="Calibri"/>
                <a:sym typeface="Calibri"/>
              </a:rPr>
              <a:t>18</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1716615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a:extLst>
            <a:ext uri="{FF2B5EF4-FFF2-40B4-BE49-F238E27FC236}">
              <a16:creationId xmlns:a16="http://schemas.microsoft.com/office/drawing/2014/main" id="{7D0CB02A-BCF5-2025-F0FE-AB35C4FCEDA5}"/>
            </a:ext>
          </a:extLst>
        </p:cNvPr>
        <p:cNvGrpSpPr/>
        <p:nvPr/>
      </p:nvGrpSpPr>
      <p:grpSpPr>
        <a:xfrm>
          <a:off x="0" y="0"/>
          <a:ext cx="0" cy="0"/>
          <a:chOff x="0" y="0"/>
          <a:chExt cx="0" cy="0"/>
        </a:xfrm>
      </p:grpSpPr>
      <p:sp>
        <p:nvSpPr>
          <p:cNvPr id="445" name="Google Shape;445;p41:notes">
            <a:extLst>
              <a:ext uri="{FF2B5EF4-FFF2-40B4-BE49-F238E27FC236}">
                <a16:creationId xmlns:a16="http://schemas.microsoft.com/office/drawing/2014/main" id="{5CB023B1-DB0D-EFD7-46F8-2C21B2434BA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6" name="Google Shape;446;p41:notes">
            <a:extLst>
              <a:ext uri="{FF2B5EF4-FFF2-40B4-BE49-F238E27FC236}">
                <a16:creationId xmlns:a16="http://schemas.microsoft.com/office/drawing/2014/main" id="{4B5E2C2A-3482-CAEB-C1A4-3D97876F3A2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dirty="0">
              <a:solidFill>
                <a:schemeClr val="dk1"/>
              </a:solidFill>
              <a:latin typeface="Calibri"/>
              <a:ea typeface="Calibri"/>
              <a:cs typeface="Calibri"/>
              <a:sym typeface="Calibri"/>
            </a:endParaRPr>
          </a:p>
        </p:txBody>
      </p:sp>
      <p:sp>
        <p:nvSpPr>
          <p:cNvPr id="447" name="Google Shape;447;p41:notes">
            <a:extLst>
              <a:ext uri="{FF2B5EF4-FFF2-40B4-BE49-F238E27FC236}">
                <a16:creationId xmlns:a16="http://schemas.microsoft.com/office/drawing/2014/main" id="{3DA25C73-EE61-E335-EA45-74F48BD2AE5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fr-FR" sz="1200" b="0" i="0" u="none" strike="noStrike" cap="none">
                <a:solidFill>
                  <a:srgbClr val="000000"/>
                </a:solidFill>
                <a:latin typeface="Calibri"/>
                <a:ea typeface="Calibri"/>
                <a:cs typeface="Calibri"/>
                <a:sym typeface="Calibri"/>
              </a:rPr>
              <a:t>19</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3093810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6" name="Google Shape;606;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1" i="0" dirty="0">
              <a:solidFill>
                <a:schemeClr val="dk1"/>
              </a:solidFill>
              <a:latin typeface="Calibri"/>
              <a:ea typeface="Calibri"/>
              <a:cs typeface="Calibri"/>
              <a:sym typeface="Calibri"/>
            </a:endParaRPr>
          </a:p>
        </p:txBody>
      </p:sp>
      <p:sp>
        <p:nvSpPr>
          <p:cNvPr id="607" name="Google Shape;607;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fr-FR" sz="1200" b="0" i="0" u="none" strike="noStrike" cap="none">
                <a:solidFill>
                  <a:srgbClr val="000000"/>
                </a:solidFill>
                <a:latin typeface="Calibri"/>
                <a:ea typeface="Calibri"/>
                <a:cs typeface="Calibri"/>
                <a:sym typeface="Calibri"/>
              </a:rPr>
              <a:t>21</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a:extLst>
            <a:ext uri="{FF2B5EF4-FFF2-40B4-BE49-F238E27FC236}">
              <a16:creationId xmlns:a16="http://schemas.microsoft.com/office/drawing/2014/main" id="{DF2E2970-5BC2-4D16-5D85-6E95D9699A42}"/>
            </a:ext>
          </a:extLst>
        </p:cNvPr>
        <p:cNvGrpSpPr/>
        <p:nvPr/>
      </p:nvGrpSpPr>
      <p:grpSpPr>
        <a:xfrm>
          <a:off x="0" y="0"/>
          <a:ext cx="0" cy="0"/>
          <a:chOff x="0" y="0"/>
          <a:chExt cx="0" cy="0"/>
        </a:xfrm>
      </p:grpSpPr>
      <p:sp>
        <p:nvSpPr>
          <p:cNvPr id="605" name="Google Shape;605;p19:notes">
            <a:extLst>
              <a:ext uri="{FF2B5EF4-FFF2-40B4-BE49-F238E27FC236}">
                <a16:creationId xmlns:a16="http://schemas.microsoft.com/office/drawing/2014/main" id="{520F09F4-C549-EBB8-44F9-328E264B9A5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6" name="Google Shape;606;p19:notes">
            <a:extLst>
              <a:ext uri="{FF2B5EF4-FFF2-40B4-BE49-F238E27FC236}">
                <a16:creationId xmlns:a16="http://schemas.microsoft.com/office/drawing/2014/main" id="{79F2D190-7930-B6E7-693E-CF46B8397AE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1" i="0" dirty="0">
              <a:solidFill>
                <a:schemeClr val="dk1"/>
              </a:solidFill>
              <a:latin typeface="Calibri"/>
              <a:ea typeface="Calibri"/>
              <a:cs typeface="Calibri"/>
              <a:sym typeface="Calibri"/>
            </a:endParaRPr>
          </a:p>
        </p:txBody>
      </p:sp>
      <p:sp>
        <p:nvSpPr>
          <p:cNvPr id="607" name="Google Shape;607;p19:notes">
            <a:extLst>
              <a:ext uri="{FF2B5EF4-FFF2-40B4-BE49-F238E27FC236}">
                <a16:creationId xmlns:a16="http://schemas.microsoft.com/office/drawing/2014/main" id="{C5470C9C-D7D2-AF7C-A394-20EAE7E7E6D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fr-FR" sz="1200" b="0" i="0" u="none" strike="noStrike" cap="none">
                <a:solidFill>
                  <a:srgbClr val="000000"/>
                </a:solidFill>
                <a:latin typeface="Calibri"/>
                <a:ea typeface="Calibri"/>
                <a:cs typeface="Calibri"/>
                <a:sym typeface="Calibri"/>
              </a:rPr>
              <a:t>22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7884014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676" name="Google Shape;67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fr-FR"/>
              <a:t>Modifiez le style du titre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9FEABC0D-7BCB-4684-B1FA-ECFF144CA1BD}" type="datetimeFigureOut">
              <a:rPr lang="fr-FR" smtClean="0"/>
              <a:t>27/05/2025</a:t>
            </a:fld>
            <a:endParaRPr lang="fr-FR"/>
          </a:p>
        </p:txBody>
      </p:sp>
      <p:sp>
        <p:nvSpPr>
          <p:cNvPr id="5" name="Footer Placeholder 4"/>
          <p:cNvSpPr>
            <a:spLocks noGrp="1"/>
          </p:cNvSpPr>
          <p:nvPr>
            <p:ph type="ftr" sz="quarter" idx="11"/>
          </p:nvPr>
        </p:nvSpPr>
        <p:spPr>
          <a:xfrm>
            <a:off x="1876424" y="5410201"/>
            <a:ext cx="5124886" cy="365125"/>
          </a:xfrm>
        </p:spPr>
        <p:txBody>
          <a:bodyPr/>
          <a:lstStyle/>
          <a:p>
            <a:endParaRPr lang="fr-FR"/>
          </a:p>
        </p:txBody>
      </p:sp>
      <p:sp>
        <p:nvSpPr>
          <p:cNvPr id="6" name="Slide Number Placeholder 5"/>
          <p:cNvSpPr>
            <a:spLocks noGrp="1"/>
          </p:cNvSpPr>
          <p:nvPr>
            <p:ph type="sldNum" sz="quarter" idx="12"/>
          </p:nvPr>
        </p:nvSpPr>
        <p:spPr>
          <a:xfrm>
            <a:off x="9896911" y="5410199"/>
            <a:ext cx="771089" cy="365125"/>
          </a:xfrm>
        </p:spPr>
        <p:txBody>
          <a:bodyPr/>
          <a:lstStyle/>
          <a:p>
            <a:fld id="{28F151D6-1CDA-4772-9730-7AAA6B9A3AB6}" type="slidenum">
              <a:rPr lang="fr-FR" smtClean="0"/>
              <a:t>‹N°›</a:t>
            </a:fld>
            <a:endParaRPr lang="fr-FR"/>
          </a:p>
        </p:txBody>
      </p:sp>
    </p:spTree>
    <p:extLst>
      <p:ext uri="{BB962C8B-B14F-4D97-AF65-F5344CB8AC3E}">
        <p14:creationId xmlns:p14="http://schemas.microsoft.com/office/powerpoint/2010/main" val="3351428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9FEABC0D-7BCB-4684-B1FA-ECFF144CA1BD}" type="datetimeFigureOut">
              <a:rPr lang="fr-FR" smtClean="0"/>
              <a:t>27/05/2025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28F151D6-1CDA-4772-9730-7AAA6B9A3AB6}" type="slidenum">
              <a:rPr lang="fr-FR" smtClean="0"/>
              <a:t>‹N°›</a:t>
            </a:fld>
            <a:endParaRPr lang="fr-FR"/>
          </a:p>
        </p:txBody>
      </p:sp>
    </p:spTree>
    <p:extLst>
      <p:ext uri="{BB962C8B-B14F-4D97-AF65-F5344CB8AC3E}">
        <p14:creationId xmlns:p14="http://schemas.microsoft.com/office/powerpoint/2010/main" val="13879037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fr-FR"/>
              <a:t>Modifiez le style du titre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9FEABC0D-7BCB-4684-B1FA-ECFF144CA1BD}" type="datetimeFigureOut">
              <a:rPr lang="fr-FR" smtClean="0"/>
              <a:t>27/05/2025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28F151D6-1CDA-4772-9730-7AAA6B9A3AB6}" type="slidenum">
              <a:rPr lang="fr-FR" smtClean="0"/>
              <a:t>‹N°›</a:t>
            </a:fld>
            <a:endParaRPr lang="fr-FR"/>
          </a:p>
        </p:txBody>
      </p:sp>
    </p:spTree>
    <p:extLst>
      <p:ext uri="{BB962C8B-B14F-4D97-AF65-F5344CB8AC3E}">
        <p14:creationId xmlns:p14="http://schemas.microsoft.com/office/powerpoint/2010/main" val="718694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9FEABC0D-7BCB-4684-B1FA-ECFF144CA1BD}" type="datetimeFigureOut">
              <a:rPr lang="fr-FR" smtClean="0"/>
              <a:t>27/05/2025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28F151D6-1CDA-4772-9730-7AAA6B9A3AB6}" type="slidenum">
              <a:rPr lang="fr-FR" smtClean="0"/>
              <a:t>‹N°›</a:t>
            </a:fld>
            <a:endParaRPr lang="fr-FR"/>
          </a:p>
        </p:txBody>
      </p:sp>
    </p:spTree>
    <p:extLst>
      <p:ext uri="{BB962C8B-B14F-4D97-AF65-F5344CB8AC3E}">
        <p14:creationId xmlns:p14="http://schemas.microsoft.com/office/powerpoint/2010/main" val="615237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fr-FR"/>
              <a:t>Modifiez le style du titre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141410" y="3073397"/>
            <a:ext cx="4878391" cy="271780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0" y="3073397"/>
            <a:ext cx="4875210" cy="271780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9FEABC0D-7BCB-4684-B1FA-ECFF144CA1BD}" type="datetimeFigureOut">
              <a:rPr lang="fr-FR" smtClean="0"/>
              <a:t>27/05/2025</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28F151D6-1CDA-4772-9730-7AAA6B9A3AB6}" type="slidenum">
              <a:rPr lang="fr-FR" smtClean="0"/>
              <a:t>‹N°›</a:t>
            </a:fld>
            <a:endParaRPr lang="fr-FR"/>
          </a:p>
        </p:txBody>
      </p:sp>
    </p:spTree>
    <p:extLst>
      <p:ext uri="{BB962C8B-B14F-4D97-AF65-F5344CB8AC3E}">
        <p14:creationId xmlns:p14="http://schemas.microsoft.com/office/powerpoint/2010/main" val="27062981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9FEABC0D-7BCB-4684-B1FA-ECFF144CA1BD}" type="datetimeFigureOut">
              <a:rPr lang="fr-FR" smtClean="0"/>
              <a:t>27/05/2025</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28F151D6-1CDA-4772-9730-7AAA6B9A3AB6}" type="slidenum">
              <a:rPr lang="fr-FR" smtClean="0"/>
              <a:t>‹N°›</a:t>
            </a:fld>
            <a:endParaRPr lang="fr-FR"/>
          </a:p>
        </p:txBody>
      </p:sp>
    </p:spTree>
    <p:extLst>
      <p:ext uri="{BB962C8B-B14F-4D97-AF65-F5344CB8AC3E}">
        <p14:creationId xmlns:p14="http://schemas.microsoft.com/office/powerpoint/2010/main" val="426647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EABC0D-7BCB-4684-B1FA-ECFF144CA1BD}" type="datetimeFigureOut">
              <a:rPr lang="fr-FR" smtClean="0"/>
              <a:t>27/05/2025</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28F151D6-1CDA-4772-9730-7AAA6B9A3AB6}" type="slidenum">
              <a:rPr lang="fr-FR" smtClean="0"/>
              <a:t>‹N°›</a:t>
            </a:fld>
            <a:endParaRPr lang="fr-FR"/>
          </a:p>
        </p:txBody>
      </p:sp>
    </p:spTree>
    <p:extLst>
      <p:ext uri="{BB962C8B-B14F-4D97-AF65-F5344CB8AC3E}">
        <p14:creationId xmlns:p14="http://schemas.microsoft.com/office/powerpoint/2010/main" val="30656423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9FEABC0D-7BCB-4684-B1FA-ECFF144CA1BD}" type="datetimeFigureOut">
              <a:rPr lang="fr-FR" smtClean="0"/>
              <a:t>27/05/2025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28F151D6-1CDA-4772-9730-7AAA6B9A3AB6}" type="slidenum">
              <a:rPr lang="fr-FR" smtClean="0"/>
              <a:t>‹N°›</a:t>
            </a:fld>
            <a:endParaRPr lang="fr-FR"/>
          </a:p>
        </p:txBody>
      </p:sp>
    </p:spTree>
    <p:extLst>
      <p:ext uri="{BB962C8B-B14F-4D97-AF65-F5344CB8AC3E}">
        <p14:creationId xmlns:p14="http://schemas.microsoft.com/office/powerpoint/2010/main" val="773603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9FEABC0D-7BCB-4684-B1FA-ECFF144CA1BD}" type="datetimeFigureOut">
              <a:rPr lang="fr-FR" smtClean="0"/>
              <a:t>27/05/2025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28F151D6-1CDA-4772-9730-7AAA6B9A3AB6}" type="slidenum">
              <a:rPr lang="fr-FR" smtClean="0"/>
              <a:t>‹N°›</a:t>
            </a:fld>
            <a:endParaRPr lang="fr-FR"/>
          </a:p>
        </p:txBody>
      </p:sp>
    </p:spTree>
    <p:extLst>
      <p:ext uri="{BB962C8B-B14F-4D97-AF65-F5344CB8AC3E}">
        <p14:creationId xmlns:p14="http://schemas.microsoft.com/office/powerpoint/2010/main" val="2516840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fr-FR"/>
              <a:t>Cliquez sur l'icône pour ajouter une image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9FEABC0D-7BCB-4684-B1FA-ECFF144CA1BD}" type="datetimeFigureOut">
              <a:rPr lang="fr-FR" smtClean="0"/>
              <a:t>27/05/2025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28F151D6-1CDA-4772-9730-7AAA6B9A3AB6}" type="slidenum">
              <a:rPr lang="fr-FR" smtClean="0"/>
              <a:t>‹N°›</a:t>
            </a:fld>
            <a:endParaRPr lang="fr-FR"/>
          </a:p>
        </p:txBody>
      </p:sp>
    </p:spTree>
    <p:extLst>
      <p:ext uri="{BB962C8B-B14F-4D97-AF65-F5344CB8AC3E}">
        <p14:creationId xmlns:p14="http://schemas.microsoft.com/office/powerpoint/2010/main" val="21776945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fr-FR"/>
              <a:t>Modifiez le style du titre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9FEABC0D-7BCB-4684-B1FA-ECFF144CA1BD}" type="datetimeFigureOut">
              <a:rPr lang="fr-FR" smtClean="0"/>
              <a:t>27/05/2025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28F151D6-1CDA-4772-9730-7AAA6B9A3AB6}" type="slidenum">
              <a:rPr lang="fr-FR" smtClean="0"/>
              <a:t>‹N°›</a:t>
            </a:fld>
            <a:endParaRPr lang="fr-FR"/>
          </a:p>
        </p:txBody>
      </p:sp>
    </p:spTree>
    <p:extLst>
      <p:ext uri="{BB962C8B-B14F-4D97-AF65-F5344CB8AC3E}">
        <p14:creationId xmlns:p14="http://schemas.microsoft.com/office/powerpoint/2010/main" val="4121666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fr-FR"/>
              <a:t>Modifiez le style du titre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9FEABC0D-7BCB-4684-B1FA-ECFF144CA1BD}" type="datetimeFigureOut">
              <a:rPr lang="fr-FR" smtClean="0"/>
              <a:t>27/05/2025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28F151D6-1CDA-4772-9730-7AAA6B9A3AB6}" type="slidenum">
              <a:rPr lang="fr-FR" smtClean="0"/>
              <a:t>‹N°›</a:t>
            </a:fld>
            <a:endParaRPr lang="fr-FR"/>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1789331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fr-FR"/>
              <a:t>Modifiez le style du titre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9FEABC0D-7BCB-4684-B1FA-ECFF144CA1BD}" type="datetimeFigureOut">
              <a:rPr lang="fr-FR" smtClean="0"/>
              <a:t>27/05/2025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28F151D6-1CDA-4772-9730-7AAA6B9A3AB6}" type="slidenum">
              <a:rPr lang="fr-FR" smtClean="0"/>
              <a:t>‹N°›</a:t>
            </a:fld>
            <a:endParaRPr lang="fr-FR"/>
          </a:p>
        </p:txBody>
      </p:sp>
    </p:spTree>
    <p:extLst>
      <p:ext uri="{BB962C8B-B14F-4D97-AF65-F5344CB8AC3E}">
        <p14:creationId xmlns:p14="http://schemas.microsoft.com/office/powerpoint/2010/main" val="27593846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3 colonnes">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fr-FR"/>
              <a:t>Modifiez le style du titre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fld id="{9FEABC0D-7BCB-4684-B1FA-ECFF144CA1BD}" type="datetimeFigureOut">
              <a:rPr lang="fr-FR" smtClean="0"/>
              <a:t>27/05/2025</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28F151D6-1CDA-4772-9730-7AAA6B9A3AB6}" type="slidenum">
              <a:rPr lang="fr-FR" smtClean="0"/>
              <a:t>‹N°›</a:t>
            </a:fld>
            <a:endParaRPr lang="fr-FR"/>
          </a:p>
        </p:txBody>
      </p:sp>
    </p:spTree>
    <p:extLst>
      <p:ext uri="{BB962C8B-B14F-4D97-AF65-F5344CB8AC3E}">
        <p14:creationId xmlns:p14="http://schemas.microsoft.com/office/powerpoint/2010/main" val="9496957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3 colonnes d’image">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fr-FR"/>
              <a:t>Modifiez le style du titre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fr-FR"/>
              <a:t>Cliquez sur l'icône pour ajouter une image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fr-FR"/>
              <a:t>Cliquez sur l'icône pour ajouter une image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fr-FR"/>
              <a:t>Cliquez sur l'icône pour ajouter une image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fld id="{9FEABC0D-7BCB-4684-B1FA-ECFF144CA1BD}" type="datetimeFigureOut">
              <a:rPr lang="fr-FR" smtClean="0"/>
              <a:t>27/05/2025</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28F151D6-1CDA-4772-9730-7AAA6B9A3AB6}" type="slidenum">
              <a:rPr lang="fr-FR" smtClean="0"/>
              <a:t>‹N°›</a:t>
            </a:fld>
            <a:endParaRPr lang="fr-FR"/>
          </a:p>
        </p:txBody>
      </p:sp>
    </p:spTree>
    <p:extLst>
      <p:ext uri="{BB962C8B-B14F-4D97-AF65-F5344CB8AC3E}">
        <p14:creationId xmlns:p14="http://schemas.microsoft.com/office/powerpoint/2010/main" val="26636192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9FEABC0D-7BCB-4684-B1FA-ECFF144CA1BD}" type="datetimeFigureOut">
              <a:rPr lang="fr-FR" smtClean="0"/>
              <a:t>27/05/2025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28F151D6-1CDA-4772-9730-7AAA6B9A3AB6}" type="slidenum">
              <a:rPr lang="fr-FR" smtClean="0"/>
              <a:t>‹N°›</a:t>
            </a:fld>
            <a:endParaRPr lang="fr-FR"/>
          </a:p>
        </p:txBody>
      </p:sp>
    </p:spTree>
    <p:extLst>
      <p:ext uri="{BB962C8B-B14F-4D97-AF65-F5344CB8AC3E}">
        <p14:creationId xmlns:p14="http://schemas.microsoft.com/office/powerpoint/2010/main" val="14333285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9FEABC0D-7BCB-4684-B1FA-ECFF144CA1BD}" type="datetimeFigureOut">
              <a:rPr lang="fr-FR" smtClean="0"/>
              <a:t>27/05/2025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28F151D6-1CDA-4772-9730-7AAA6B9A3AB6}" type="slidenum">
              <a:rPr lang="fr-FR" smtClean="0"/>
              <a:t>‹N°›</a:t>
            </a:fld>
            <a:endParaRPr lang="fr-FR"/>
          </a:p>
        </p:txBody>
      </p:sp>
    </p:spTree>
    <p:extLst>
      <p:ext uri="{BB962C8B-B14F-4D97-AF65-F5344CB8AC3E}">
        <p14:creationId xmlns:p14="http://schemas.microsoft.com/office/powerpoint/2010/main" val="1324703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jp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t="-9000" b="-9000"/>
          </a:stretch>
        </a:blipFill>
        <a:effectLst/>
      </p:bgPr>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20">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FEABC0D-7BCB-4684-B1FA-ECFF144CA1BD}" type="datetimeFigureOut">
              <a:rPr lang="fr-FR" smtClean="0"/>
              <a:t>27/05/2025</a:t>
            </a:fld>
            <a:endParaRPr lang="fr-FR"/>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28F151D6-1CDA-4772-9730-7AAA6B9A3AB6}" type="slidenum">
              <a:rPr lang="fr-FR" smtClean="0"/>
              <a:t>‹N°›</a:t>
            </a:fld>
            <a:endParaRPr lang="fr-FR"/>
          </a:p>
        </p:txBody>
      </p:sp>
    </p:spTree>
    <p:extLst>
      <p:ext uri="{BB962C8B-B14F-4D97-AF65-F5344CB8AC3E}">
        <p14:creationId xmlns:p14="http://schemas.microsoft.com/office/powerpoint/2010/main" val="4037179542"/>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microsoft.com/office/2007/relationships/hdphoto" Target="../media/hdphoto2.wdp"/><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8" name="Picture 4" descr="Png Bismillah - Bismillah Ir Rahman Ir Rahim Meaning - Free Transparent PNG  Clipart Images Download">
            <a:extLst>
              <a:ext uri="{FF2B5EF4-FFF2-40B4-BE49-F238E27FC236}">
                <a16:creationId xmlns:a16="http://schemas.microsoft.com/office/drawing/2014/main" id="{17C64A95-9865-1502-D26B-2DD44AB87FC8}"/>
              </a:ext>
            </a:extLst>
          </p:cNvPr>
          <p:cNvPicPr>
            <a:picLocks noChangeAspect="1" noChangeArrowheads="1"/>
          </p:cNvPicPr>
          <p:nvPr/>
        </p:nvPicPr>
        <p:blipFill>
          <a:blip r:embed="rId2">
            <a:clrChange>
              <a:clrFrom>
                <a:srgbClr val="F5F5F5"/>
              </a:clrFrom>
              <a:clrTo>
                <a:srgbClr val="F5F5F5">
                  <a:alpha val="0"/>
                </a:srgbClr>
              </a:clrTo>
            </a:clrChange>
            <a:extLst>
              <a:ext uri="{BEBA8EAE-BF5A-486C-A8C5-ECC9F3942E4B}">
                <a14:imgProps xmlns:a14="http://schemas.microsoft.com/office/drawing/2010/main">
                  <a14:imgLayer r:embed="rId3">
                    <a14:imgEffect>
                      <a14:artisticCutout/>
                    </a14:imgEffect>
                  </a14:imgLayer>
                </a14:imgProps>
              </a:ext>
              <a:ext uri="{28A0092B-C50C-407E-A947-70E740481C1C}">
                <a14:useLocalDpi xmlns:a14="http://schemas.microsoft.com/office/drawing/2010/main" val="0"/>
              </a:ext>
            </a:extLst>
          </a:blip>
          <a:srcRect/>
          <a:stretch>
            <a:fillRect/>
          </a:stretch>
        </p:blipFill>
        <p:spPr bwMode="auto">
          <a:xfrm>
            <a:off x="2095500" y="194801"/>
            <a:ext cx="8001000" cy="5524500"/>
          </a:xfrm>
          <a:prstGeom prst="rect">
            <a:avLst/>
          </a:prstGeom>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775361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fade">
                                      <p:cBhvr>
                                        <p:cTn id="7" dur="5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88"/>
        <p:cNvGrpSpPr/>
        <p:nvPr/>
      </p:nvGrpSpPr>
      <p:grpSpPr>
        <a:xfrm>
          <a:off x="0" y="0"/>
          <a:ext cx="0" cy="0"/>
          <a:chOff x="0" y="0"/>
          <a:chExt cx="0" cy="0"/>
        </a:xfrm>
      </p:grpSpPr>
      <p:sp>
        <p:nvSpPr>
          <p:cNvPr id="89" name="Google Shape;89;p1"/>
          <p:cNvSpPr txBox="1"/>
          <p:nvPr/>
        </p:nvSpPr>
        <p:spPr>
          <a:xfrm>
            <a:off x="1995650" y="5093445"/>
            <a:ext cx="3387017" cy="10156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dirty="0" err="1">
                <a:solidFill>
                  <a:schemeClr val="dk1"/>
                </a:solidFill>
                <a:latin typeface="Century Gothic"/>
                <a:ea typeface="Arial"/>
                <a:cs typeface="Arial"/>
                <a:sym typeface="Century Gothic"/>
              </a:rPr>
              <a:t>Aissat</a:t>
            </a:r>
            <a:r>
              <a:rPr lang="fr-FR" sz="2000" b="1" dirty="0">
                <a:solidFill>
                  <a:schemeClr val="dk1"/>
                </a:solidFill>
                <a:latin typeface="Century Gothic"/>
                <a:ea typeface="Arial"/>
                <a:cs typeface="Arial"/>
                <a:sym typeface="Century Gothic"/>
              </a:rPr>
              <a:t> Moncef</a:t>
            </a:r>
          </a:p>
          <a:p>
            <a:pPr marL="0" marR="0" lvl="0" indent="0" algn="l" rtl="0">
              <a:lnSpc>
                <a:spcPct val="100000"/>
              </a:lnSpc>
              <a:spcBef>
                <a:spcPts val="0"/>
              </a:spcBef>
              <a:spcAft>
                <a:spcPts val="0"/>
              </a:spcAft>
              <a:buClr>
                <a:srgbClr val="000000"/>
              </a:buClr>
              <a:buSzPts val="2000"/>
              <a:buFont typeface="Arial"/>
              <a:buNone/>
            </a:pPr>
            <a:r>
              <a:rPr lang="fr-FR" sz="2000" b="1" i="0" u="none" strike="noStrike" cap="none" dirty="0" err="1">
                <a:solidFill>
                  <a:schemeClr val="dk1"/>
                </a:solidFill>
                <a:latin typeface="Century Gothic"/>
                <a:ea typeface="Arial"/>
                <a:cs typeface="Arial"/>
                <a:sym typeface="Century Gothic"/>
              </a:rPr>
              <a:t>Bou</a:t>
            </a:r>
            <a:r>
              <a:rPr lang="fr-FR" sz="2000" b="1" dirty="0" err="1">
                <a:solidFill>
                  <a:schemeClr val="dk1"/>
                </a:solidFill>
                <a:latin typeface="Century Gothic"/>
                <a:ea typeface="Arial"/>
                <a:cs typeface="Arial"/>
                <a:sym typeface="Century Gothic"/>
              </a:rPr>
              <a:t>makhlouf</a:t>
            </a:r>
            <a:r>
              <a:rPr lang="fr-FR" sz="2000" b="1" dirty="0">
                <a:solidFill>
                  <a:schemeClr val="dk1"/>
                </a:solidFill>
                <a:latin typeface="Century Gothic"/>
                <a:ea typeface="Arial"/>
                <a:cs typeface="Arial"/>
                <a:sym typeface="Century Gothic"/>
              </a:rPr>
              <a:t> Ahmed</a:t>
            </a:r>
          </a:p>
          <a:p>
            <a:pPr marL="0" marR="0" lvl="0" indent="0" algn="l" rtl="0">
              <a:lnSpc>
                <a:spcPct val="100000"/>
              </a:lnSpc>
              <a:spcBef>
                <a:spcPts val="0"/>
              </a:spcBef>
              <a:spcAft>
                <a:spcPts val="0"/>
              </a:spcAft>
              <a:buClr>
                <a:srgbClr val="000000"/>
              </a:buClr>
              <a:buSzPts val="2000"/>
              <a:buFont typeface="Arial"/>
              <a:buNone/>
            </a:pPr>
            <a:r>
              <a:rPr lang="fr-FR" sz="2000" b="1" i="0" u="none" strike="noStrike" cap="none" dirty="0" err="1">
                <a:solidFill>
                  <a:schemeClr val="dk1"/>
                </a:solidFill>
                <a:latin typeface="Century Gothic"/>
                <a:ea typeface="Arial"/>
                <a:cs typeface="Arial"/>
                <a:sym typeface="Century Gothic"/>
              </a:rPr>
              <a:t>Oukid</a:t>
            </a:r>
            <a:r>
              <a:rPr lang="fr-FR" sz="2000" b="1" i="0" u="none" strike="noStrike" cap="none" dirty="0">
                <a:solidFill>
                  <a:schemeClr val="dk1"/>
                </a:solidFill>
                <a:latin typeface="Century Gothic"/>
                <a:ea typeface="Arial"/>
                <a:cs typeface="Arial"/>
                <a:sym typeface="Century Gothic"/>
              </a:rPr>
              <a:t> Abdelkrim</a:t>
            </a:r>
            <a:endParaRPr sz="1400" b="0" i="0" u="none" strike="noStrike" cap="none" dirty="0">
              <a:solidFill>
                <a:srgbClr val="000000"/>
              </a:solidFill>
              <a:latin typeface="Arial"/>
              <a:ea typeface="Arial"/>
              <a:cs typeface="Arial"/>
              <a:sym typeface="Arial"/>
            </a:endParaRPr>
          </a:p>
        </p:txBody>
      </p:sp>
      <p:sp>
        <p:nvSpPr>
          <p:cNvPr id="90" name="Google Shape;90;p1"/>
          <p:cNvSpPr txBox="1"/>
          <p:nvPr/>
        </p:nvSpPr>
        <p:spPr>
          <a:xfrm>
            <a:off x="8687686" y="5093445"/>
            <a:ext cx="3684819" cy="707846"/>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chemeClr val="dk1"/>
              </a:buClr>
              <a:buSzPts val="2000"/>
              <a:buFont typeface="Century Gothic"/>
              <a:buChar char="-"/>
            </a:pPr>
            <a:r>
              <a:rPr lang="fr-FR" sz="2000" b="1" dirty="0">
                <a:solidFill>
                  <a:srgbClr val="000000"/>
                </a:solidFill>
                <a:latin typeface="Arial"/>
                <a:ea typeface="Arial"/>
                <a:cs typeface="Arial"/>
                <a:sym typeface="Arial"/>
              </a:rPr>
              <a:t>Dr. </a:t>
            </a:r>
            <a:r>
              <a:rPr lang="fr-FR" sz="2000" b="1" i="0" u="none" strike="noStrike" cap="none" dirty="0" err="1">
                <a:solidFill>
                  <a:srgbClr val="000000"/>
                </a:solidFill>
                <a:latin typeface="Arial"/>
                <a:ea typeface="Arial"/>
                <a:cs typeface="Arial"/>
                <a:sym typeface="Arial"/>
              </a:rPr>
              <a:t>Lahiani</a:t>
            </a:r>
            <a:r>
              <a:rPr lang="fr-FR" sz="2000" b="1" i="0" u="none" strike="noStrike" cap="none" dirty="0">
                <a:solidFill>
                  <a:srgbClr val="000000"/>
                </a:solidFill>
                <a:latin typeface="Arial"/>
                <a:ea typeface="Arial"/>
                <a:cs typeface="Arial"/>
                <a:sym typeface="Arial"/>
              </a:rPr>
              <a:t> Nesrine</a:t>
            </a:r>
          </a:p>
          <a:p>
            <a:pPr marL="342900" marR="0" lvl="0" indent="-342900" algn="l" rtl="0">
              <a:lnSpc>
                <a:spcPct val="100000"/>
              </a:lnSpc>
              <a:spcBef>
                <a:spcPts val="0"/>
              </a:spcBef>
              <a:spcAft>
                <a:spcPts val="0"/>
              </a:spcAft>
              <a:buClr>
                <a:schemeClr val="dk1"/>
              </a:buClr>
              <a:buSzPts val="2000"/>
              <a:buFont typeface="Century Gothic"/>
              <a:buChar char="-"/>
            </a:pPr>
            <a:r>
              <a:rPr lang="fr-FR" sz="2000" b="1" dirty="0">
                <a:solidFill>
                  <a:srgbClr val="000000"/>
                </a:solidFill>
                <a:latin typeface="Arial"/>
                <a:ea typeface="Arial"/>
                <a:cs typeface="Arial"/>
                <a:sym typeface="Arial"/>
              </a:rPr>
              <a:t>Mr Hadj Yahia</a:t>
            </a:r>
            <a:r>
              <a:rPr lang="fr-FR" sz="2000" b="1" i="0" u="none" strike="noStrike" cap="none" dirty="0">
                <a:solidFill>
                  <a:srgbClr val="000000"/>
                </a:solidFill>
                <a:latin typeface="Arial"/>
                <a:ea typeface="Arial"/>
                <a:cs typeface="Arial"/>
                <a:sym typeface="Arial"/>
              </a:rPr>
              <a:t> </a:t>
            </a:r>
            <a:r>
              <a:rPr lang="fr-FR" sz="2000" b="1" i="0" u="none" strike="noStrike" cap="none" dirty="0" err="1">
                <a:solidFill>
                  <a:srgbClr val="000000"/>
                </a:solidFill>
                <a:latin typeface="Arial"/>
                <a:ea typeface="Arial"/>
                <a:cs typeface="Arial"/>
                <a:sym typeface="Arial"/>
              </a:rPr>
              <a:t>Ouahid</a:t>
            </a:r>
            <a:endParaRPr sz="1400" b="1" i="0" u="none" strike="noStrike" cap="none" dirty="0">
              <a:solidFill>
                <a:srgbClr val="000000"/>
              </a:solidFill>
              <a:latin typeface="Arial"/>
              <a:ea typeface="Arial"/>
              <a:cs typeface="Arial"/>
              <a:sym typeface="Arial"/>
            </a:endParaRPr>
          </a:p>
        </p:txBody>
      </p:sp>
      <p:sp>
        <p:nvSpPr>
          <p:cNvPr id="91" name="Google Shape;91;p1"/>
          <p:cNvSpPr txBox="1"/>
          <p:nvPr/>
        </p:nvSpPr>
        <p:spPr>
          <a:xfrm>
            <a:off x="1362711" y="4718527"/>
            <a:ext cx="163057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chemeClr val="dk1"/>
                </a:solidFill>
                <a:latin typeface="Century Gothic"/>
                <a:ea typeface="Century Gothic"/>
                <a:cs typeface="Century Gothic"/>
                <a:sym typeface="Century Gothic"/>
              </a:rPr>
              <a:t>Réalisé par:</a:t>
            </a:r>
            <a:endParaRPr sz="1400" b="0" i="0" u="none" strike="noStrike" cap="none">
              <a:solidFill>
                <a:srgbClr val="000000"/>
              </a:solidFill>
              <a:latin typeface="Arial"/>
              <a:ea typeface="Arial"/>
              <a:cs typeface="Arial"/>
              <a:sym typeface="Arial"/>
            </a:endParaRPr>
          </a:p>
        </p:txBody>
      </p:sp>
      <p:sp>
        <p:nvSpPr>
          <p:cNvPr id="92" name="Google Shape;92;p1"/>
          <p:cNvSpPr txBox="1"/>
          <p:nvPr/>
        </p:nvSpPr>
        <p:spPr>
          <a:xfrm>
            <a:off x="8687686" y="4666649"/>
            <a:ext cx="1786066"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dirty="0">
                <a:solidFill>
                  <a:schemeClr val="dk1"/>
                </a:solidFill>
                <a:latin typeface="Century Gothic"/>
                <a:ea typeface="Century Gothic"/>
                <a:cs typeface="Century Gothic"/>
                <a:sym typeface="Century Gothic"/>
              </a:rPr>
              <a:t>Encadré par:</a:t>
            </a:r>
            <a:endParaRPr sz="1400" b="0" i="0" u="none" strike="noStrike" cap="none" dirty="0">
              <a:solidFill>
                <a:srgbClr val="000000"/>
              </a:solidFill>
              <a:latin typeface="Arial"/>
              <a:ea typeface="Arial"/>
              <a:cs typeface="Arial"/>
              <a:sym typeface="Arial"/>
            </a:endParaRPr>
          </a:p>
        </p:txBody>
      </p:sp>
      <p:sp>
        <p:nvSpPr>
          <p:cNvPr id="93" name="Google Shape;93;p1"/>
          <p:cNvSpPr/>
          <p:nvPr/>
        </p:nvSpPr>
        <p:spPr>
          <a:xfrm>
            <a:off x="4221467" y="6397880"/>
            <a:ext cx="3630305" cy="400522"/>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fr-FR" sz="2000" b="1" i="0" u="none" strike="noStrike" cap="none" dirty="0">
                <a:solidFill>
                  <a:schemeClr val="dk1"/>
                </a:solidFill>
                <a:latin typeface="Arial"/>
                <a:ea typeface="Arial"/>
                <a:cs typeface="Arial"/>
                <a:sym typeface="Arial"/>
              </a:rPr>
              <a:t>- </a:t>
            </a:r>
            <a:r>
              <a:rPr lang="fr-FR" sz="2000" b="1" dirty="0">
                <a:solidFill>
                  <a:schemeClr val="dk1"/>
                </a:solidFill>
                <a:latin typeface="Arial"/>
                <a:ea typeface="Arial"/>
                <a:cs typeface="Arial"/>
                <a:sym typeface="Arial"/>
              </a:rPr>
              <a:t>Mai 2025 </a:t>
            </a:r>
            <a:r>
              <a:rPr lang="fr-FR" sz="2000" b="1" i="0" u="none" strike="noStrike" cap="none" dirty="0">
                <a:solidFill>
                  <a:schemeClr val="dk1"/>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p:txBody>
      </p:sp>
      <p:grpSp>
        <p:nvGrpSpPr>
          <p:cNvPr id="94" name="Google Shape;94;p1"/>
          <p:cNvGrpSpPr/>
          <p:nvPr/>
        </p:nvGrpSpPr>
        <p:grpSpPr>
          <a:xfrm>
            <a:off x="1620609" y="2939023"/>
            <a:ext cx="8891399" cy="1826998"/>
            <a:chOff x="1621144" y="1935288"/>
            <a:chExt cx="8720641" cy="1826998"/>
          </a:xfrm>
        </p:grpSpPr>
        <p:sp>
          <p:nvSpPr>
            <p:cNvPr id="95" name="Google Shape;95;p1"/>
            <p:cNvSpPr txBox="1"/>
            <p:nvPr/>
          </p:nvSpPr>
          <p:spPr>
            <a:xfrm>
              <a:off x="1621144" y="1935288"/>
              <a:ext cx="8662401" cy="1826998"/>
            </a:xfrm>
            <a:prstGeom prst="rect">
              <a:avLst/>
            </a:prstGeom>
            <a:noFill/>
            <a:ln>
              <a:noFill/>
            </a:ln>
          </p:spPr>
          <p:style>
            <a:lnRef idx="0">
              <a:scrgbClr r="0" g="0" b="0"/>
            </a:lnRef>
            <a:fillRef idx="0">
              <a:scrgbClr r="0" g="0" b="0"/>
            </a:fillRef>
            <a:effectRef idx="0">
              <a:scrgbClr r="0" g="0" b="0"/>
            </a:effectRef>
            <a:fontRef idx="minor">
              <a:schemeClr val="dk1"/>
            </a:fontRef>
          </p:style>
          <p:txBody>
            <a:bodyPr spcFirstLastPara="1" wrap="square" lIns="91425" tIns="45700" rIns="91425" bIns="45700" anchor="t" anchorCtr="0">
              <a:spAutoFit/>
            </a:bodyPr>
            <a:lstStyle/>
            <a:p>
              <a:pPr algn="ctr">
                <a:lnSpc>
                  <a:spcPct val="107000"/>
                </a:lnSpc>
                <a:spcAft>
                  <a:spcPts val="1200"/>
                </a:spcAft>
              </a:pPr>
              <a:r>
                <a:rPr lang="fr-FR" sz="3200" dirty="0">
                  <a:effectLst/>
                  <a:latin typeface="Arial" panose="020B0604020202020204" pitchFamily="34" charset="0"/>
                  <a:ea typeface="Times New Roman" panose="02020603050405020304" pitchFamily="18" charset="0"/>
                  <a:cs typeface="Arial" panose="020B0604020202020204" pitchFamily="34" charset="0"/>
                </a:rPr>
                <a:t>Conception et Réalisation d’une application web pour la gestion des emplois du temps du département d’informatique</a:t>
              </a:r>
            </a:p>
          </p:txBody>
        </p:sp>
        <p:cxnSp>
          <p:nvCxnSpPr>
            <p:cNvPr id="96" name="Google Shape;96;p1"/>
            <p:cNvCxnSpPr/>
            <p:nvPr/>
          </p:nvCxnSpPr>
          <p:spPr>
            <a:xfrm>
              <a:off x="1697123" y="2030718"/>
              <a:ext cx="8644662" cy="0"/>
            </a:xfrm>
            <a:prstGeom prst="straightConnector1">
              <a:avLst/>
            </a:prstGeom>
            <a:noFill/>
            <a:ln w="9525" cap="flat" cmpd="sng">
              <a:solidFill>
                <a:schemeClr val="dk1"/>
              </a:solidFill>
              <a:prstDash val="solid"/>
              <a:miter lim="800000"/>
              <a:headEnd type="none" w="sm" len="sm"/>
              <a:tailEnd type="none" w="sm" len="sm"/>
            </a:ln>
          </p:spPr>
        </p:cxnSp>
        <p:cxnSp>
          <p:nvCxnSpPr>
            <p:cNvPr id="97" name="Google Shape;97;p1"/>
            <p:cNvCxnSpPr/>
            <p:nvPr/>
          </p:nvCxnSpPr>
          <p:spPr>
            <a:xfrm>
              <a:off x="1697123" y="3600338"/>
              <a:ext cx="8607140" cy="0"/>
            </a:xfrm>
            <a:prstGeom prst="straightConnector1">
              <a:avLst/>
            </a:prstGeom>
            <a:noFill/>
            <a:ln w="9525" cap="flat" cmpd="sng">
              <a:solidFill>
                <a:schemeClr val="dk1"/>
              </a:solidFill>
              <a:prstDash val="solid"/>
              <a:miter lim="800000"/>
              <a:headEnd type="none" w="sm" len="sm"/>
              <a:tailEnd type="none" w="sm" len="sm"/>
            </a:ln>
          </p:spPr>
        </p:cxnSp>
      </p:grpSp>
      <p:sp>
        <p:nvSpPr>
          <p:cNvPr id="98" name="Google Shape;98;p1"/>
          <p:cNvSpPr txBox="1"/>
          <p:nvPr/>
        </p:nvSpPr>
        <p:spPr>
          <a:xfrm>
            <a:off x="1804079" y="1485782"/>
            <a:ext cx="8229599" cy="1338788"/>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Clr>
                <a:srgbClr val="000000"/>
              </a:buClr>
              <a:buSzPts val="1800"/>
              <a:buFont typeface="Arial"/>
              <a:buNone/>
            </a:pPr>
            <a:r>
              <a:rPr lang="fr-FR" sz="1800" b="0" i="0" u="none" strike="noStrike" cap="none" dirty="0">
                <a:solidFill>
                  <a:srgbClr val="000000"/>
                </a:solidFill>
                <a:latin typeface="Century Gothic"/>
                <a:ea typeface="Century Gothic"/>
                <a:cs typeface="Century Gothic"/>
                <a:sym typeface="Century Gothic"/>
              </a:rPr>
              <a:t>Projet de fin d’études</a:t>
            </a:r>
            <a:endParaRPr sz="1800" b="0" i="0" u="none" strike="noStrike" cap="none" dirty="0">
              <a:solidFill>
                <a:srgbClr val="000000"/>
              </a:solidFill>
              <a:latin typeface="Arial"/>
              <a:ea typeface="Arial"/>
              <a:cs typeface="Arial"/>
              <a:sym typeface="Arial"/>
            </a:endParaRPr>
          </a:p>
          <a:p>
            <a:pPr marL="0" marR="0" lvl="0" indent="0" algn="ctr" rtl="0">
              <a:lnSpc>
                <a:spcPct val="150000"/>
              </a:lnSpc>
              <a:spcBef>
                <a:spcPts val="0"/>
              </a:spcBef>
              <a:spcAft>
                <a:spcPts val="0"/>
              </a:spcAft>
              <a:buClr>
                <a:srgbClr val="000000"/>
              </a:buClr>
              <a:buSzPts val="1800"/>
              <a:buFont typeface="Arial"/>
              <a:buNone/>
            </a:pPr>
            <a:r>
              <a:rPr lang="fr-FR" sz="1800" b="0" i="0" u="none" strike="noStrike" cap="none" dirty="0">
                <a:solidFill>
                  <a:srgbClr val="000000"/>
                </a:solidFill>
                <a:latin typeface="Century Gothic"/>
                <a:ea typeface="Century Gothic"/>
                <a:cs typeface="Century Gothic"/>
                <a:sym typeface="Century Gothic"/>
              </a:rPr>
              <a:t>Pour l’obtention d’une </a:t>
            </a:r>
            <a:r>
              <a:rPr lang="fr-FR" sz="1800" b="0" i="0" u="none" strike="noStrike" cap="none" dirty="0" err="1">
                <a:solidFill>
                  <a:srgbClr val="000000"/>
                </a:solidFill>
                <a:latin typeface="Century Gothic"/>
                <a:ea typeface="Century Gothic"/>
                <a:cs typeface="Century Gothic"/>
                <a:sym typeface="Century Gothic"/>
              </a:rPr>
              <a:t>license</a:t>
            </a:r>
            <a:r>
              <a:rPr lang="fr-FR" sz="1800" b="0" i="0" u="none" strike="noStrike" cap="none" dirty="0">
                <a:solidFill>
                  <a:srgbClr val="000000"/>
                </a:solidFill>
                <a:latin typeface="Century Gothic"/>
                <a:ea typeface="Century Gothic"/>
                <a:cs typeface="Century Gothic"/>
                <a:sym typeface="Century Gothic"/>
              </a:rPr>
              <a:t> en Informatique</a:t>
            </a:r>
            <a:endParaRPr dirty="0"/>
          </a:p>
          <a:p>
            <a:pPr marL="0" marR="0" lvl="0" indent="0" algn="ctr" rtl="0">
              <a:lnSpc>
                <a:spcPct val="150000"/>
              </a:lnSpc>
              <a:spcBef>
                <a:spcPts val="0"/>
              </a:spcBef>
              <a:spcAft>
                <a:spcPts val="0"/>
              </a:spcAft>
              <a:buClr>
                <a:srgbClr val="000000"/>
              </a:buClr>
              <a:buSzPts val="1800"/>
              <a:buFont typeface="Arial"/>
              <a:buNone/>
            </a:pPr>
            <a:r>
              <a:rPr lang="fr-FR" sz="1800" b="0" i="0" u="none" strike="noStrike" cap="none" dirty="0">
                <a:solidFill>
                  <a:srgbClr val="000000"/>
                </a:solidFill>
                <a:latin typeface="Century Gothic"/>
                <a:ea typeface="Century Gothic"/>
                <a:cs typeface="Century Gothic"/>
                <a:sym typeface="Century Gothic"/>
              </a:rPr>
              <a:t>Option: </a:t>
            </a:r>
            <a:r>
              <a:rPr lang="fr-FR" sz="1800" dirty="0">
                <a:solidFill>
                  <a:schemeClr val="bg1"/>
                </a:solidFill>
                <a:latin typeface="Century Gothic" panose="020B0502020202020204" pitchFamily="34" charset="0"/>
                <a:ea typeface="Century Gothic"/>
                <a:cs typeface="Century Gothic"/>
                <a:sym typeface="Century Gothic"/>
              </a:rPr>
              <a:t>i</a:t>
            </a:r>
            <a:r>
              <a:rPr lang="fr-FR" sz="1800" dirty="0">
                <a:solidFill>
                  <a:schemeClr val="bg1"/>
                </a:solidFill>
                <a:effectLst/>
                <a:latin typeface="Century Gothic" panose="020B0502020202020204" pitchFamily="34" charset="0"/>
                <a:ea typeface="Times New Roman" panose="02020603050405020304" pitchFamily="18" charset="0"/>
              </a:rPr>
              <a:t>ngénierie des systèmes d’informations et des logiciels</a:t>
            </a:r>
            <a:endParaRPr dirty="0">
              <a:solidFill>
                <a:schemeClr val="bg1"/>
              </a:solidFill>
              <a:latin typeface="Century Gothic" panose="020B0502020202020204" pitchFamily="34" charset="0"/>
            </a:endParaRPr>
          </a:p>
        </p:txBody>
      </p:sp>
      <p:sp>
        <p:nvSpPr>
          <p:cNvPr id="100" name="Google Shape;100;p1"/>
          <p:cNvSpPr txBox="1"/>
          <p:nvPr/>
        </p:nvSpPr>
        <p:spPr>
          <a:xfrm>
            <a:off x="3876314" y="80124"/>
            <a:ext cx="4085127" cy="13233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fr-FR" sz="2000" b="1" i="0" u="none" strike="noStrike" cap="none">
                <a:solidFill>
                  <a:schemeClr val="dk1"/>
                </a:solidFill>
                <a:latin typeface="Calibri"/>
                <a:ea typeface="Calibri"/>
                <a:cs typeface="Calibri"/>
                <a:sym typeface="Calibri"/>
              </a:rPr>
              <a:t>Université SAAD DAHLEB- BLIDA 1</a:t>
            </a:r>
            <a:endParaRPr sz="2000" b="1"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None/>
            </a:pPr>
            <a:r>
              <a:rPr lang="fr-FR" sz="2000" b="1" i="0" u="none" strike="noStrike" cap="none">
                <a:solidFill>
                  <a:schemeClr val="dk1"/>
                </a:solidFill>
                <a:latin typeface="Calibri"/>
                <a:ea typeface="Calibri"/>
                <a:cs typeface="Calibri"/>
                <a:sym typeface="Calibri"/>
              </a:rPr>
              <a:t>Faculté des sciences</a:t>
            </a:r>
            <a:endParaRPr sz="2000" b="1"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None/>
            </a:pPr>
            <a:r>
              <a:rPr lang="fr-FR" sz="2000" b="1" i="0" u="none" strike="noStrike" cap="none">
                <a:solidFill>
                  <a:schemeClr val="dk1"/>
                </a:solidFill>
                <a:latin typeface="Calibri"/>
                <a:ea typeface="Calibri"/>
                <a:cs typeface="Calibri"/>
                <a:sym typeface="Calibri"/>
              </a:rPr>
              <a:t>Département Informatique</a:t>
            </a: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2000" b="1" i="0" u="none" strike="noStrike" cap="none">
              <a:solidFill>
                <a:schemeClr val="dk1"/>
              </a:solidFill>
              <a:latin typeface="Century Gothic"/>
              <a:ea typeface="Century Gothic"/>
              <a:cs typeface="Century Gothic"/>
              <a:sym typeface="Century Gothic"/>
            </a:endParaRPr>
          </a:p>
        </p:txBody>
      </p:sp>
      <p:pic>
        <p:nvPicPr>
          <p:cNvPr id="102" name="Google Shape;102;p1"/>
          <p:cNvPicPr preferRelativeResize="0"/>
          <p:nvPr/>
        </p:nvPicPr>
        <p:blipFill rotWithShape="1">
          <a:blip r:embed="rId3">
            <a:alphaModFix/>
          </a:blip>
          <a:srcRect/>
          <a:stretch/>
        </p:blipFill>
        <p:spPr>
          <a:xfrm>
            <a:off x="461246" y="195099"/>
            <a:ext cx="1366837" cy="1185742"/>
          </a:xfrm>
          <a:prstGeom prst="rect">
            <a:avLst/>
          </a:prstGeom>
          <a:noFill/>
          <a:ln>
            <a:noFill/>
          </a:ln>
        </p:spPr>
      </p:pic>
      <p:pic>
        <p:nvPicPr>
          <p:cNvPr id="103" name="Google Shape;103;p1"/>
          <p:cNvPicPr preferRelativeResize="0"/>
          <p:nvPr/>
        </p:nvPicPr>
        <p:blipFill rotWithShape="1">
          <a:blip r:embed="rId4">
            <a:alphaModFix/>
            <a:extLst>
              <a:ext uri="{BEBA8EAE-BF5A-486C-A8C5-ECC9F3942E4B}">
                <a14:imgProps xmlns:a14="http://schemas.microsoft.com/office/drawing/2010/main">
                  <a14:imgLayer r:embed="rId5">
                    <a14:imgEffect>
                      <a14:saturation sat="66000"/>
                    </a14:imgEffect>
                  </a14:imgLayer>
                </a14:imgProps>
              </a:ext>
            </a:extLst>
          </a:blip>
          <a:srcRect/>
          <a:stretch/>
        </p:blipFill>
        <p:spPr>
          <a:xfrm>
            <a:off x="10473752" y="178744"/>
            <a:ext cx="1366837" cy="118574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4"/>
                                        </p:tgtEl>
                                        <p:attrNameLst>
                                          <p:attrName>style.visibility</p:attrName>
                                        </p:attrNameLst>
                                      </p:cBhvr>
                                      <p:to>
                                        <p:strVal val="visible"/>
                                      </p:to>
                                    </p:set>
                                    <p:animEffect transition="in" filter="fade">
                                      <p:cBhvr>
                                        <p:cTn id="7" dur="500"/>
                                        <p:tgtEl>
                                          <p:spTgt spid="9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9"/>
                                        </p:tgtEl>
                                        <p:attrNameLst>
                                          <p:attrName>style.visibility</p:attrName>
                                        </p:attrNameLst>
                                      </p:cBhvr>
                                      <p:to>
                                        <p:strVal val="visible"/>
                                      </p:to>
                                    </p:set>
                                    <p:animEffect transition="in" filter="fade">
                                      <p:cBhvr>
                                        <p:cTn id="12" dur="500"/>
                                        <p:tgtEl>
                                          <p:spTgt spid="8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0"/>
                                        </p:tgtEl>
                                        <p:attrNameLst>
                                          <p:attrName>style.visibility</p:attrName>
                                        </p:attrNameLst>
                                      </p:cBhvr>
                                      <p:to>
                                        <p:strVal val="visible"/>
                                      </p:to>
                                    </p:set>
                                    <p:animEffect transition="in" filter="fade">
                                      <p:cBhvr>
                                        <p:cTn id="17" dur="5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p:bldP spid="90"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9" name="Rectangle 2">
            <a:extLst>
              <a:ext uri="{FF2B5EF4-FFF2-40B4-BE49-F238E27FC236}">
                <a16:creationId xmlns:a16="http://schemas.microsoft.com/office/drawing/2014/main" id="{AC890995-E812-8F20-2C30-935CE449607E}"/>
              </a:ext>
            </a:extLst>
          </p:cNvPr>
          <p:cNvSpPr>
            <a:spLocks noGrp="1" noChangeArrowheads="1"/>
          </p:cNvSpPr>
          <p:nvPr>
            <p:ph type="title"/>
          </p:nvPr>
        </p:nvSpPr>
        <p:spPr>
          <a:xfrm>
            <a:off x="1141413" y="618518"/>
            <a:ext cx="9905998" cy="598235"/>
          </a:xfrm>
        </p:spPr>
        <p:txBody>
          <a:bodyPr>
            <a:normAutofit fontScale="90000"/>
          </a:bodyPr>
          <a:lstStyle/>
          <a:p>
            <a:pPr algn="ctr" eaLnBrk="1" hangingPunct="1"/>
            <a:r>
              <a:rPr lang="en-US" altLang="fr-FR" sz="4000" dirty="0">
                <a:solidFill>
                  <a:schemeClr val="bg1"/>
                </a:solidFill>
                <a:latin typeface="Constantia" panose="02030602050306030303" pitchFamily="18" charset="0"/>
              </a:rPr>
              <a:t>Plan</a:t>
            </a:r>
          </a:p>
        </p:txBody>
      </p:sp>
      <p:sp>
        <p:nvSpPr>
          <p:cNvPr id="24" name="Espace réservé du pied de page 3">
            <a:extLst>
              <a:ext uri="{FF2B5EF4-FFF2-40B4-BE49-F238E27FC236}">
                <a16:creationId xmlns:a16="http://schemas.microsoft.com/office/drawing/2014/main" id="{4935F7DD-F81F-30A5-318D-CC1E271F1A3B}"/>
              </a:ext>
            </a:extLst>
          </p:cNvPr>
          <p:cNvSpPr txBox="1">
            <a:spLocks/>
          </p:cNvSpPr>
          <p:nvPr/>
        </p:nvSpPr>
        <p:spPr bwMode="auto">
          <a:xfrm>
            <a:off x="7391400" y="6461126"/>
            <a:ext cx="2895600" cy="320675"/>
          </a:xfrm>
          <a:prstGeom prst="rect">
            <a:avLst/>
          </a:prstGeom>
          <a:noFill/>
          <a:ln w="9525">
            <a:noFill/>
            <a:miter lim="800000"/>
            <a:headEnd/>
            <a:tailEnd/>
          </a:ln>
          <a:effectLst/>
        </p:spPr>
        <p:txBody>
          <a:bodyPr lIns="95782" tIns="47891" rIns="95782" bIns="47891"/>
          <a:lstStyle/>
          <a:p>
            <a:pPr algn="r" defTabSz="957263">
              <a:defRPr/>
            </a:pPr>
            <a:endParaRPr lang="en-US" sz="1300" b="1" dirty="0">
              <a:cs typeface="Arial" charset="0"/>
            </a:endParaRPr>
          </a:p>
        </p:txBody>
      </p:sp>
      <p:sp>
        <p:nvSpPr>
          <p:cNvPr id="26" name="Rectangle 2">
            <a:extLst>
              <a:ext uri="{FF2B5EF4-FFF2-40B4-BE49-F238E27FC236}">
                <a16:creationId xmlns:a16="http://schemas.microsoft.com/office/drawing/2014/main" id="{5EF0D573-CE44-C21C-DC3B-F2E878B75841}"/>
              </a:ext>
            </a:extLst>
          </p:cNvPr>
          <p:cNvSpPr txBox="1">
            <a:spLocks noChangeArrowheads="1"/>
          </p:cNvSpPr>
          <p:nvPr/>
        </p:nvSpPr>
        <p:spPr bwMode="white">
          <a:xfrm>
            <a:off x="1595438" y="80963"/>
            <a:ext cx="8458200" cy="563562"/>
          </a:xfrm>
          <a:prstGeom prst="rect">
            <a:avLst/>
          </a:prstGeom>
          <a:noFill/>
          <a:ln w="9525">
            <a:noFill/>
            <a:miter lim="800000"/>
            <a:headEnd/>
            <a:tailEnd/>
          </a:ln>
          <a:effectLst/>
        </p:spPr>
        <p:txBody>
          <a:bodyPr lIns="95782" tIns="47891" rIns="95782" bIns="47891" anchor="ctr"/>
          <a:lstStyle/>
          <a:p>
            <a:pPr algn="ctr" defTabSz="957263">
              <a:defRPr/>
            </a:pPr>
            <a:endParaRPr lang="en-US" sz="2900" b="1" kern="0" dirty="0">
              <a:solidFill>
                <a:schemeClr val="accent1"/>
              </a:solidFill>
              <a:latin typeface="+mj-lt"/>
              <a:ea typeface="+mj-ea"/>
              <a:cs typeface="+mj-cs"/>
            </a:endParaRPr>
          </a:p>
        </p:txBody>
      </p:sp>
      <p:sp>
        <p:nvSpPr>
          <p:cNvPr id="9222" name="Text Box 3">
            <a:extLst>
              <a:ext uri="{FF2B5EF4-FFF2-40B4-BE49-F238E27FC236}">
                <a16:creationId xmlns:a16="http://schemas.microsoft.com/office/drawing/2014/main" id="{2EA38FC1-7A48-7326-E492-07974B392E34}"/>
              </a:ext>
            </a:extLst>
          </p:cNvPr>
          <p:cNvSpPr txBox="1">
            <a:spLocks noChangeArrowheads="1"/>
          </p:cNvSpPr>
          <p:nvPr/>
        </p:nvSpPr>
        <p:spPr bwMode="auto">
          <a:xfrm>
            <a:off x="3184525" y="722313"/>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400" b="1">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chemeClr val="tx1"/>
              </a:buClr>
              <a:buChar char="•"/>
              <a:defRPr sz="2100">
                <a:solidFill>
                  <a:schemeClr val="tx1"/>
                </a:solidFill>
                <a:latin typeface="Arial" panose="020B0604020202020204" pitchFamily="34" charset="0"/>
              </a:defRPr>
            </a:lvl3pPr>
            <a:lvl4pPr marL="1600200" indent="-228600">
              <a:spcBef>
                <a:spcPct val="20000"/>
              </a:spcBef>
              <a:buChar char="–"/>
              <a:defRPr sz="2100">
                <a:solidFill>
                  <a:schemeClr val="tx1"/>
                </a:solidFill>
                <a:latin typeface="Arial" panose="020B0604020202020204" pitchFamily="34" charset="0"/>
              </a:defRPr>
            </a:lvl4pPr>
            <a:lvl5pPr marL="2057400" indent="-228600">
              <a:spcBef>
                <a:spcPct val="20000"/>
              </a:spcBef>
              <a:buChar char="»"/>
              <a:defRPr sz="21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1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1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1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100">
                <a:solidFill>
                  <a:schemeClr val="tx1"/>
                </a:solidFill>
                <a:latin typeface="Arial" panose="020B0604020202020204" pitchFamily="34" charset="0"/>
              </a:defRPr>
            </a:lvl9pPr>
          </a:lstStyle>
          <a:p>
            <a:pPr eaLnBrk="1" hangingPunct="1">
              <a:spcBef>
                <a:spcPct val="0"/>
              </a:spcBef>
              <a:buClrTx/>
              <a:buFontTx/>
              <a:buNone/>
            </a:pPr>
            <a:endParaRPr lang="fr-FR" altLang="fr-FR" sz="1800" b="0">
              <a:latin typeface="Arial" panose="020B0604020202020204" pitchFamily="34" charset="0"/>
            </a:endParaRPr>
          </a:p>
        </p:txBody>
      </p:sp>
      <p:sp>
        <p:nvSpPr>
          <p:cNvPr id="28" name="AutoShape 46">
            <a:extLst>
              <a:ext uri="{FF2B5EF4-FFF2-40B4-BE49-F238E27FC236}">
                <a16:creationId xmlns:a16="http://schemas.microsoft.com/office/drawing/2014/main" id="{47EE5B4E-8D7A-8C22-8F5B-A92AF47BC394}"/>
              </a:ext>
            </a:extLst>
          </p:cNvPr>
          <p:cNvSpPr>
            <a:spLocks noChangeArrowheads="1"/>
          </p:cNvSpPr>
          <p:nvPr/>
        </p:nvSpPr>
        <p:spPr bwMode="ltGray">
          <a:xfrm rot="5400000">
            <a:off x="-844550" y="1384300"/>
            <a:ext cx="4824412" cy="477043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0">
                <a:schemeClr val="bg2">
                  <a:gamma/>
                  <a:tint val="45490"/>
                  <a:invGamma/>
                </a:schemeClr>
              </a:gs>
              <a:gs pos="50000">
                <a:schemeClr val="bg2"/>
              </a:gs>
              <a:gs pos="100000">
                <a:schemeClr val="bg2">
                  <a:gamma/>
                  <a:tint val="45490"/>
                  <a:invGamma/>
                </a:schemeClr>
              </a:gs>
            </a:gsLst>
            <a:lin ang="0" scaled="1"/>
          </a:gradFill>
          <a:ln w="9525" algn="ctr">
            <a:noFill/>
            <a:miter lim="800000"/>
            <a:headEnd/>
            <a:tailEnd/>
          </a:ln>
          <a:effectLst/>
        </p:spPr>
        <p:txBody>
          <a:bodyPr wrap="none" anchor="ctr"/>
          <a:lstStyle/>
          <a:p>
            <a:pPr eaLnBrk="1" hangingPunct="1">
              <a:defRPr/>
            </a:pPr>
            <a:endParaRPr lang="fr-FR">
              <a:latin typeface="Arial" charset="0"/>
              <a:cs typeface="Arial" charset="0"/>
            </a:endParaRPr>
          </a:p>
        </p:txBody>
      </p:sp>
      <p:sp>
        <p:nvSpPr>
          <p:cNvPr id="29" name="AutoShape 47">
            <a:extLst>
              <a:ext uri="{FF2B5EF4-FFF2-40B4-BE49-F238E27FC236}">
                <a16:creationId xmlns:a16="http://schemas.microsoft.com/office/drawing/2014/main" id="{4008E2E2-EAF7-92E9-D657-20B62E8429D9}"/>
              </a:ext>
            </a:extLst>
          </p:cNvPr>
          <p:cNvSpPr>
            <a:spLocks noChangeArrowheads="1"/>
          </p:cNvSpPr>
          <p:nvPr/>
        </p:nvSpPr>
        <p:spPr bwMode="ltGray">
          <a:xfrm rot="5400000" flipH="1">
            <a:off x="-270175" y="1794174"/>
            <a:ext cx="4032250" cy="4015779"/>
          </a:xfrm>
          <a:custGeom>
            <a:avLst/>
            <a:gdLst>
              <a:gd name="G0" fmla="+- 56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6"/>
              <a:gd name="G18" fmla="*/ 56 1 2"/>
              <a:gd name="G19" fmla="+- G18 5400 0"/>
              <a:gd name="G20" fmla="cos G19 11796480"/>
              <a:gd name="G21" fmla="sin G19 11796480"/>
              <a:gd name="G22" fmla="+- G20 10800 0"/>
              <a:gd name="G23" fmla="+- G21 10800 0"/>
              <a:gd name="G24" fmla="+- 10800 0 G20"/>
              <a:gd name="G25" fmla="+- 56 10800 0"/>
              <a:gd name="G26" fmla="?: G9 G17 G25"/>
              <a:gd name="G27" fmla="?: G9 0 21600"/>
              <a:gd name="G28" fmla="cos 10800 11796480"/>
              <a:gd name="G29" fmla="sin 10800 11796480"/>
              <a:gd name="G30" fmla="sin 56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5372 w 21600"/>
              <a:gd name="T15" fmla="*/ 10800 h 21600"/>
              <a:gd name="T16" fmla="*/ 10800 w 21600"/>
              <a:gd name="T17" fmla="*/ 10744 h 21600"/>
              <a:gd name="T18" fmla="*/ 16228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ln>
            <a:headEnd/>
            <a:tailEnd/>
          </a:ln>
        </p:spPr>
        <p:style>
          <a:lnRef idx="2">
            <a:schemeClr val="dk1">
              <a:shade val="15000"/>
            </a:schemeClr>
          </a:lnRef>
          <a:fillRef idx="1">
            <a:schemeClr val="dk1"/>
          </a:fillRef>
          <a:effectRef idx="0">
            <a:schemeClr val="dk1"/>
          </a:effectRef>
          <a:fontRef idx="minor">
            <a:schemeClr val="lt1"/>
          </a:fontRef>
        </p:style>
        <p:txBody>
          <a:bodyPr wrap="none" anchor="ctr"/>
          <a:lstStyle/>
          <a:p>
            <a:pPr eaLnBrk="1" hangingPunct="1">
              <a:defRPr/>
            </a:pPr>
            <a:endParaRPr lang="fr-FR" dirty="0">
              <a:solidFill>
                <a:schemeClr val="bg1"/>
              </a:solidFill>
              <a:latin typeface="Arial" charset="0"/>
              <a:cs typeface="Arial" charset="0"/>
            </a:endParaRPr>
          </a:p>
        </p:txBody>
      </p:sp>
      <p:sp>
        <p:nvSpPr>
          <p:cNvPr id="5129" name="AutoShape 48">
            <a:extLst>
              <a:ext uri="{FF2B5EF4-FFF2-40B4-BE49-F238E27FC236}">
                <a16:creationId xmlns:a16="http://schemas.microsoft.com/office/drawing/2014/main" id="{9ABA2EA1-5EB6-51D7-DCCC-88F16F0C258E}"/>
              </a:ext>
            </a:extLst>
          </p:cNvPr>
          <p:cNvSpPr>
            <a:spLocks noChangeArrowheads="1"/>
          </p:cNvSpPr>
          <p:nvPr/>
        </p:nvSpPr>
        <p:spPr bwMode="gray">
          <a:xfrm>
            <a:off x="2987675" y="5564188"/>
            <a:ext cx="4419600" cy="508000"/>
          </a:xfrm>
          <a:prstGeom prst="roundRect">
            <a:avLst>
              <a:gd name="adj" fmla="val 50000"/>
            </a:avLst>
          </a:prstGeom>
          <a:noFill/>
          <a:ln w="28575" algn="ctr">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400" b="1">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chemeClr val="tx1"/>
              </a:buClr>
              <a:buChar char="•"/>
              <a:defRPr sz="2100">
                <a:solidFill>
                  <a:schemeClr val="tx1"/>
                </a:solidFill>
                <a:latin typeface="Arial" panose="020B0604020202020204" pitchFamily="34" charset="0"/>
              </a:defRPr>
            </a:lvl3pPr>
            <a:lvl4pPr marL="1600200" indent="-228600">
              <a:spcBef>
                <a:spcPct val="20000"/>
              </a:spcBef>
              <a:buChar char="–"/>
              <a:defRPr sz="2100">
                <a:solidFill>
                  <a:schemeClr val="tx1"/>
                </a:solidFill>
                <a:latin typeface="Arial" panose="020B0604020202020204" pitchFamily="34" charset="0"/>
              </a:defRPr>
            </a:lvl4pPr>
            <a:lvl5pPr marL="2057400" indent="-228600">
              <a:spcBef>
                <a:spcPct val="20000"/>
              </a:spcBef>
              <a:buChar char="»"/>
              <a:defRPr sz="21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1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1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1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100">
                <a:solidFill>
                  <a:schemeClr val="tx1"/>
                </a:solidFill>
                <a:latin typeface="Arial" panose="020B0604020202020204" pitchFamily="34" charset="0"/>
              </a:defRPr>
            </a:lvl9pPr>
          </a:lstStyle>
          <a:p>
            <a:pPr algn="ctr">
              <a:spcBef>
                <a:spcPct val="0"/>
              </a:spcBef>
              <a:buClrTx/>
              <a:buFontTx/>
              <a:buNone/>
            </a:pPr>
            <a:r>
              <a:rPr lang="fr-FR" altLang="fr-FR" dirty="0">
                <a:solidFill>
                  <a:schemeClr val="bg1"/>
                </a:solidFill>
                <a:latin typeface="Constantia" panose="02030602050306030303" pitchFamily="18" charset="0"/>
              </a:rPr>
              <a:t>Conclusion</a:t>
            </a:r>
            <a:endParaRPr lang="en-US" altLang="fr-FR" dirty="0">
              <a:solidFill>
                <a:schemeClr val="bg1"/>
              </a:solidFill>
              <a:latin typeface="Arial" panose="020B0604020202020204" pitchFamily="34" charset="0"/>
            </a:endParaRPr>
          </a:p>
        </p:txBody>
      </p:sp>
      <p:sp>
        <p:nvSpPr>
          <p:cNvPr id="5130" name="AutoShape 49">
            <a:extLst>
              <a:ext uri="{FF2B5EF4-FFF2-40B4-BE49-F238E27FC236}">
                <a16:creationId xmlns:a16="http://schemas.microsoft.com/office/drawing/2014/main" id="{58733759-F785-BF9D-F930-B92D74FF971B}"/>
              </a:ext>
            </a:extLst>
          </p:cNvPr>
          <p:cNvSpPr>
            <a:spLocks noChangeArrowheads="1"/>
          </p:cNvSpPr>
          <p:nvPr/>
        </p:nvSpPr>
        <p:spPr bwMode="gray">
          <a:xfrm>
            <a:off x="3738563" y="4706938"/>
            <a:ext cx="4419600" cy="508000"/>
          </a:xfrm>
          <a:prstGeom prst="roundRect">
            <a:avLst>
              <a:gd name="adj" fmla="val 50000"/>
            </a:avLst>
          </a:prstGeom>
          <a:noFill/>
          <a:ln w="28575" algn="ctr">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400" b="1">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chemeClr val="tx1"/>
              </a:buClr>
              <a:buChar char="•"/>
              <a:defRPr sz="2100">
                <a:solidFill>
                  <a:schemeClr val="tx1"/>
                </a:solidFill>
                <a:latin typeface="Arial" panose="020B0604020202020204" pitchFamily="34" charset="0"/>
              </a:defRPr>
            </a:lvl3pPr>
            <a:lvl4pPr marL="1600200" indent="-228600">
              <a:spcBef>
                <a:spcPct val="20000"/>
              </a:spcBef>
              <a:buChar char="–"/>
              <a:defRPr sz="2100">
                <a:solidFill>
                  <a:schemeClr val="tx1"/>
                </a:solidFill>
                <a:latin typeface="Arial" panose="020B0604020202020204" pitchFamily="34" charset="0"/>
              </a:defRPr>
            </a:lvl4pPr>
            <a:lvl5pPr marL="2057400" indent="-228600">
              <a:spcBef>
                <a:spcPct val="20000"/>
              </a:spcBef>
              <a:buChar char="»"/>
              <a:defRPr sz="21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1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1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1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100">
                <a:solidFill>
                  <a:schemeClr val="tx1"/>
                </a:solidFill>
                <a:latin typeface="Arial" panose="020B0604020202020204" pitchFamily="34" charset="0"/>
              </a:defRPr>
            </a:lvl9pPr>
          </a:lstStyle>
          <a:p>
            <a:pPr algn="ctr">
              <a:spcBef>
                <a:spcPct val="0"/>
              </a:spcBef>
              <a:buClrTx/>
              <a:buFontTx/>
              <a:buNone/>
            </a:pPr>
            <a:r>
              <a:rPr lang="fr-FR" altLang="fr-FR" dirty="0">
                <a:solidFill>
                  <a:schemeClr val="bg1"/>
                </a:solidFill>
                <a:latin typeface="Constantia" panose="02030602050306030303" pitchFamily="18" charset="0"/>
              </a:rPr>
              <a:t>Outils de développements</a:t>
            </a:r>
          </a:p>
        </p:txBody>
      </p:sp>
      <p:sp>
        <p:nvSpPr>
          <p:cNvPr id="5131" name="AutoShape 50">
            <a:extLst>
              <a:ext uri="{FF2B5EF4-FFF2-40B4-BE49-F238E27FC236}">
                <a16:creationId xmlns:a16="http://schemas.microsoft.com/office/drawing/2014/main" id="{35F86D5E-1005-1DE4-995B-CC86FBE56234}"/>
              </a:ext>
            </a:extLst>
          </p:cNvPr>
          <p:cNvSpPr>
            <a:spLocks noChangeArrowheads="1"/>
          </p:cNvSpPr>
          <p:nvPr/>
        </p:nvSpPr>
        <p:spPr bwMode="gray">
          <a:xfrm>
            <a:off x="4161146" y="3861059"/>
            <a:ext cx="4608717" cy="508000"/>
          </a:xfrm>
          <a:prstGeom prst="roundRect">
            <a:avLst>
              <a:gd name="adj" fmla="val 50000"/>
            </a:avLst>
          </a:prstGeom>
          <a:noFill/>
          <a:ln w="28575" algn="ctr">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400" b="1">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chemeClr val="tx1"/>
              </a:buClr>
              <a:buChar char="•"/>
              <a:defRPr sz="2100">
                <a:solidFill>
                  <a:schemeClr val="tx1"/>
                </a:solidFill>
                <a:latin typeface="Arial" panose="020B0604020202020204" pitchFamily="34" charset="0"/>
              </a:defRPr>
            </a:lvl3pPr>
            <a:lvl4pPr marL="1600200" indent="-228600">
              <a:spcBef>
                <a:spcPct val="20000"/>
              </a:spcBef>
              <a:buChar char="–"/>
              <a:defRPr sz="2100">
                <a:solidFill>
                  <a:schemeClr val="tx1"/>
                </a:solidFill>
                <a:latin typeface="Arial" panose="020B0604020202020204" pitchFamily="34" charset="0"/>
              </a:defRPr>
            </a:lvl4pPr>
            <a:lvl5pPr marL="2057400" indent="-228600">
              <a:spcBef>
                <a:spcPct val="20000"/>
              </a:spcBef>
              <a:buChar char="»"/>
              <a:defRPr sz="21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1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1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1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100">
                <a:solidFill>
                  <a:schemeClr val="tx1"/>
                </a:solidFill>
                <a:latin typeface="Arial" panose="020B0604020202020204" pitchFamily="34" charset="0"/>
              </a:defRPr>
            </a:lvl9pPr>
          </a:lstStyle>
          <a:p>
            <a:pPr algn="ctr">
              <a:spcBef>
                <a:spcPct val="0"/>
              </a:spcBef>
              <a:buClrTx/>
              <a:buFontTx/>
              <a:buNone/>
            </a:pPr>
            <a:r>
              <a:rPr lang="fr-FR" altLang="fr-FR" dirty="0">
                <a:solidFill>
                  <a:schemeClr val="bg1"/>
                </a:solidFill>
                <a:latin typeface="Constantia" panose="02030602050306030303" pitchFamily="18" charset="0"/>
              </a:rPr>
              <a:t>Conception</a:t>
            </a:r>
            <a:endParaRPr lang="en-US" altLang="fr-FR" dirty="0">
              <a:solidFill>
                <a:schemeClr val="bg1"/>
              </a:solidFill>
              <a:latin typeface="Arial" panose="020B0604020202020204" pitchFamily="34" charset="0"/>
            </a:endParaRPr>
          </a:p>
        </p:txBody>
      </p:sp>
      <p:sp>
        <p:nvSpPr>
          <p:cNvPr id="5132" name="AutoShape 51">
            <a:extLst>
              <a:ext uri="{FF2B5EF4-FFF2-40B4-BE49-F238E27FC236}">
                <a16:creationId xmlns:a16="http://schemas.microsoft.com/office/drawing/2014/main" id="{CC1826BD-BA72-7BBD-3123-1587683C8868}"/>
              </a:ext>
            </a:extLst>
          </p:cNvPr>
          <p:cNvSpPr>
            <a:spLocks noChangeArrowheads="1"/>
          </p:cNvSpPr>
          <p:nvPr/>
        </p:nvSpPr>
        <p:spPr bwMode="gray">
          <a:xfrm>
            <a:off x="3962400" y="2992438"/>
            <a:ext cx="5086350" cy="533400"/>
          </a:xfrm>
          <a:prstGeom prst="roundRect">
            <a:avLst>
              <a:gd name="adj" fmla="val 50000"/>
            </a:avLst>
          </a:prstGeom>
          <a:noFill/>
          <a:ln w="28575" algn="ctr">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400" b="1">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chemeClr val="tx1"/>
              </a:buClr>
              <a:buChar char="•"/>
              <a:defRPr sz="2100">
                <a:solidFill>
                  <a:schemeClr val="tx1"/>
                </a:solidFill>
                <a:latin typeface="Arial" panose="020B0604020202020204" pitchFamily="34" charset="0"/>
              </a:defRPr>
            </a:lvl3pPr>
            <a:lvl4pPr marL="1600200" indent="-228600">
              <a:spcBef>
                <a:spcPct val="20000"/>
              </a:spcBef>
              <a:buChar char="–"/>
              <a:defRPr sz="2100">
                <a:solidFill>
                  <a:schemeClr val="tx1"/>
                </a:solidFill>
                <a:latin typeface="Arial" panose="020B0604020202020204" pitchFamily="34" charset="0"/>
              </a:defRPr>
            </a:lvl4pPr>
            <a:lvl5pPr marL="2057400" indent="-228600">
              <a:spcBef>
                <a:spcPct val="20000"/>
              </a:spcBef>
              <a:buChar char="»"/>
              <a:defRPr sz="21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1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1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1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100">
                <a:solidFill>
                  <a:schemeClr val="tx1"/>
                </a:solidFill>
                <a:latin typeface="Arial" panose="020B0604020202020204" pitchFamily="34" charset="0"/>
              </a:defRPr>
            </a:lvl9pPr>
          </a:lstStyle>
          <a:p>
            <a:pPr algn="ctr">
              <a:spcBef>
                <a:spcPct val="0"/>
              </a:spcBef>
              <a:buClrTx/>
              <a:buFontTx/>
              <a:buNone/>
            </a:pPr>
            <a:r>
              <a:rPr lang="en-US" altLang="fr-FR" sz="1800" dirty="0">
                <a:solidFill>
                  <a:schemeClr val="bg1"/>
                </a:solidFill>
                <a:latin typeface="Arial" panose="020B0604020202020204" pitchFamily="34" charset="0"/>
              </a:rPr>
              <a:t> </a:t>
            </a:r>
            <a:r>
              <a:rPr lang="fr-FR" altLang="fr-FR" dirty="0">
                <a:solidFill>
                  <a:schemeClr val="bg1"/>
                </a:solidFill>
                <a:latin typeface="Constantia" panose="02030602050306030303" pitchFamily="18" charset="0"/>
              </a:rPr>
              <a:t>Etat de l’art</a:t>
            </a:r>
          </a:p>
        </p:txBody>
      </p:sp>
      <p:sp>
        <p:nvSpPr>
          <p:cNvPr id="5133" name="AutoShape 52">
            <a:extLst>
              <a:ext uri="{FF2B5EF4-FFF2-40B4-BE49-F238E27FC236}">
                <a16:creationId xmlns:a16="http://schemas.microsoft.com/office/drawing/2014/main" id="{F04F2FFD-E616-1EEC-65E4-250BCDB5361C}"/>
              </a:ext>
            </a:extLst>
          </p:cNvPr>
          <p:cNvSpPr>
            <a:spLocks noChangeArrowheads="1"/>
          </p:cNvSpPr>
          <p:nvPr/>
        </p:nvSpPr>
        <p:spPr bwMode="gray">
          <a:xfrm>
            <a:off x="2762250" y="1285875"/>
            <a:ext cx="4419600" cy="508000"/>
          </a:xfrm>
          <a:prstGeom prst="roundRect">
            <a:avLst>
              <a:gd name="adj" fmla="val 50000"/>
            </a:avLst>
          </a:prstGeom>
          <a:noFill/>
          <a:ln w="28575" algn="ctr">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400" b="1">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chemeClr val="tx1"/>
              </a:buClr>
              <a:buChar char="•"/>
              <a:defRPr sz="2100">
                <a:solidFill>
                  <a:schemeClr val="tx1"/>
                </a:solidFill>
                <a:latin typeface="Arial" panose="020B0604020202020204" pitchFamily="34" charset="0"/>
              </a:defRPr>
            </a:lvl3pPr>
            <a:lvl4pPr marL="1600200" indent="-228600">
              <a:spcBef>
                <a:spcPct val="20000"/>
              </a:spcBef>
              <a:buChar char="–"/>
              <a:defRPr sz="2100">
                <a:solidFill>
                  <a:schemeClr val="tx1"/>
                </a:solidFill>
                <a:latin typeface="Arial" panose="020B0604020202020204" pitchFamily="34" charset="0"/>
              </a:defRPr>
            </a:lvl4pPr>
            <a:lvl5pPr marL="2057400" indent="-228600">
              <a:spcBef>
                <a:spcPct val="20000"/>
              </a:spcBef>
              <a:buChar char="»"/>
              <a:defRPr sz="21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1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1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1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100">
                <a:solidFill>
                  <a:schemeClr val="tx1"/>
                </a:solidFill>
                <a:latin typeface="Arial" panose="020B0604020202020204" pitchFamily="34" charset="0"/>
              </a:defRPr>
            </a:lvl9pPr>
          </a:lstStyle>
          <a:p>
            <a:pPr algn="ctr">
              <a:spcBef>
                <a:spcPct val="0"/>
              </a:spcBef>
              <a:buClrTx/>
              <a:buFontTx/>
              <a:buNone/>
            </a:pPr>
            <a:r>
              <a:rPr lang="en-US" altLang="fr-FR" dirty="0">
                <a:solidFill>
                  <a:schemeClr val="bg1"/>
                </a:solidFill>
                <a:latin typeface="Constantia" panose="02030602050306030303" pitchFamily="18" charset="0"/>
                <a:cs typeface="Times New Roman" panose="02020603050405020304" pitchFamily="18" charset="0"/>
              </a:rPr>
              <a:t>Introduction</a:t>
            </a:r>
          </a:p>
        </p:txBody>
      </p:sp>
      <p:grpSp>
        <p:nvGrpSpPr>
          <p:cNvPr id="9230" name="Group 53">
            <a:extLst>
              <a:ext uri="{FF2B5EF4-FFF2-40B4-BE49-F238E27FC236}">
                <a16:creationId xmlns:a16="http://schemas.microsoft.com/office/drawing/2014/main" id="{B4AE8CFC-44E0-0E35-5F3F-79F44C874285}"/>
              </a:ext>
            </a:extLst>
          </p:cNvPr>
          <p:cNvGrpSpPr>
            <a:grpSpLocks/>
          </p:cNvGrpSpPr>
          <p:nvPr/>
        </p:nvGrpSpPr>
        <p:grpSpPr bwMode="auto">
          <a:xfrm>
            <a:off x="2524125" y="1305653"/>
            <a:ext cx="355600" cy="519245"/>
            <a:chOff x="2078" y="1387"/>
            <a:chExt cx="1615" cy="2201"/>
          </a:xfrm>
        </p:grpSpPr>
        <p:sp>
          <p:nvSpPr>
            <p:cNvPr id="9267" name="Oval 54">
              <a:extLst>
                <a:ext uri="{FF2B5EF4-FFF2-40B4-BE49-F238E27FC236}">
                  <a16:creationId xmlns:a16="http://schemas.microsoft.com/office/drawing/2014/main" id="{5E88E15E-2CBE-23EC-4CE4-44817DAE2889}"/>
                </a:ext>
              </a:extLst>
            </p:cNvPr>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57150" algn="ctr">
                  <a:solidFill>
                    <a:srgbClr val="000000"/>
                  </a:solidFill>
                  <a:round/>
                  <a:headEnd/>
                  <a:tailEnd/>
                </a14:hiddenLine>
              </a:ext>
            </a:extLst>
          </p:spPr>
          <p:txBody>
            <a:bodyPr wrap="none" anchor="ctr"/>
            <a:lstStyle>
              <a:lvl1pPr>
                <a:spcBef>
                  <a:spcPct val="20000"/>
                </a:spcBef>
                <a:buClr>
                  <a:schemeClr val="hlink"/>
                </a:buClr>
                <a:buFont typeface="Wingdings" panose="05000000000000000000" pitchFamily="2" charset="2"/>
                <a:buChar char="v"/>
                <a:defRPr sz="2400" b="1">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chemeClr val="tx1"/>
                </a:buClr>
                <a:buChar char="•"/>
                <a:defRPr sz="2100">
                  <a:solidFill>
                    <a:schemeClr val="tx1"/>
                  </a:solidFill>
                  <a:latin typeface="Arial" panose="020B0604020202020204" pitchFamily="34" charset="0"/>
                </a:defRPr>
              </a:lvl3pPr>
              <a:lvl4pPr marL="1600200" indent="-228600">
                <a:spcBef>
                  <a:spcPct val="20000"/>
                </a:spcBef>
                <a:buChar char="–"/>
                <a:defRPr sz="2100">
                  <a:solidFill>
                    <a:schemeClr val="tx1"/>
                  </a:solidFill>
                  <a:latin typeface="Arial" panose="020B0604020202020204" pitchFamily="34" charset="0"/>
                </a:defRPr>
              </a:lvl4pPr>
              <a:lvl5pPr marL="2057400" indent="-228600">
                <a:spcBef>
                  <a:spcPct val="20000"/>
                </a:spcBef>
                <a:buChar char="»"/>
                <a:defRPr sz="21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1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1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1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100">
                  <a:solidFill>
                    <a:schemeClr val="tx1"/>
                  </a:solidFill>
                  <a:latin typeface="Arial" panose="020B0604020202020204" pitchFamily="34" charset="0"/>
                </a:defRPr>
              </a:lvl9pPr>
            </a:lstStyle>
            <a:p>
              <a:pPr eaLnBrk="1" hangingPunct="1">
                <a:spcBef>
                  <a:spcPct val="0"/>
                </a:spcBef>
                <a:buClrTx/>
                <a:buFontTx/>
                <a:buNone/>
              </a:pPr>
              <a:endParaRPr lang="fr-FR" altLang="fr-FR" sz="1800" b="0">
                <a:latin typeface="Arial" panose="020B0604020202020204" pitchFamily="34" charset="0"/>
              </a:endParaRPr>
            </a:p>
          </p:txBody>
        </p:sp>
        <p:sp>
          <p:nvSpPr>
            <p:cNvPr id="9268" name="Oval 55">
              <a:extLst>
                <a:ext uri="{FF2B5EF4-FFF2-40B4-BE49-F238E27FC236}">
                  <a16:creationId xmlns:a16="http://schemas.microsoft.com/office/drawing/2014/main" id="{B4519CAF-8210-DD1E-894B-CD647210805D}"/>
                </a:ext>
              </a:extLst>
            </p:cNvPr>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Clr>
                  <a:schemeClr val="hlink"/>
                </a:buClr>
                <a:buFont typeface="Wingdings" panose="05000000000000000000" pitchFamily="2" charset="2"/>
                <a:buChar char="v"/>
                <a:defRPr sz="2400" b="1">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chemeClr val="tx1"/>
                </a:buClr>
                <a:buChar char="•"/>
                <a:defRPr sz="2100">
                  <a:solidFill>
                    <a:schemeClr val="tx1"/>
                  </a:solidFill>
                  <a:latin typeface="Arial" panose="020B0604020202020204" pitchFamily="34" charset="0"/>
                </a:defRPr>
              </a:lvl3pPr>
              <a:lvl4pPr marL="1600200" indent="-228600">
                <a:spcBef>
                  <a:spcPct val="20000"/>
                </a:spcBef>
                <a:buChar char="–"/>
                <a:defRPr sz="2100">
                  <a:solidFill>
                    <a:schemeClr val="tx1"/>
                  </a:solidFill>
                  <a:latin typeface="Arial" panose="020B0604020202020204" pitchFamily="34" charset="0"/>
                </a:defRPr>
              </a:lvl4pPr>
              <a:lvl5pPr marL="2057400" indent="-228600">
                <a:spcBef>
                  <a:spcPct val="20000"/>
                </a:spcBef>
                <a:buChar char="»"/>
                <a:defRPr sz="21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1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1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1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100">
                  <a:solidFill>
                    <a:schemeClr val="tx1"/>
                  </a:solidFill>
                  <a:latin typeface="Arial" panose="020B0604020202020204" pitchFamily="34" charset="0"/>
                </a:defRPr>
              </a:lvl9pPr>
            </a:lstStyle>
            <a:p>
              <a:pPr eaLnBrk="1" hangingPunct="1">
                <a:spcBef>
                  <a:spcPct val="0"/>
                </a:spcBef>
                <a:buClrTx/>
                <a:buFontTx/>
                <a:buNone/>
              </a:pPr>
              <a:endParaRPr lang="fr-FR" altLang="fr-FR" sz="1800" b="0">
                <a:latin typeface="Arial" panose="020B0604020202020204" pitchFamily="34" charset="0"/>
              </a:endParaRPr>
            </a:p>
          </p:txBody>
        </p:sp>
        <p:sp>
          <p:nvSpPr>
            <p:cNvPr id="38" name="Oval 56">
              <a:extLst>
                <a:ext uri="{FF2B5EF4-FFF2-40B4-BE49-F238E27FC236}">
                  <a16:creationId xmlns:a16="http://schemas.microsoft.com/office/drawing/2014/main" id="{99F59728-AAE9-3F7F-47BC-D4F56C04B764}"/>
                </a:ext>
              </a:extLst>
            </p:cNvPr>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headEnd/>
              <a:tailEnd/>
            </a:ln>
            <a:effectLst/>
          </p:spPr>
          <p:txBody>
            <a:bodyPr wrap="none" anchor="ctr">
              <a:spAutoFit/>
            </a:bodyPr>
            <a:lstStyle/>
            <a:p>
              <a:pPr eaLnBrk="1" hangingPunct="1">
                <a:defRPr/>
              </a:pPr>
              <a:endParaRPr lang="fr-FR">
                <a:latin typeface="Arial" charset="0"/>
                <a:cs typeface="Arial" charset="0"/>
              </a:endParaRPr>
            </a:p>
          </p:txBody>
        </p:sp>
        <p:sp>
          <p:nvSpPr>
            <p:cNvPr id="9270" name="Oval 57">
              <a:extLst>
                <a:ext uri="{FF2B5EF4-FFF2-40B4-BE49-F238E27FC236}">
                  <a16:creationId xmlns:a16="http://schemas.microsoft.com/office/drawing/2014/main" id="{E65F885B-E2BA-AD0B-33C9-47C69ABD6514}"/>
                </a:ext>
              </a:extLst>
            </p:cNvPr>
            <p:cNvSpPr>
              <a:spLocks noChangeArrowheads="1"/>
            </p:cNvSpPr>
            <p:nvPr/>
          </p:nvSpPr>
          <p:spPr bwMode="gray">
            <a:xfrm>
              <a:off x="2254" y="1387"/>
              <a:ext cx="1101" cy="2201"/>
            </a:xfrm>
            <a:prstGeom prst="ellipse">
              <a:avLst/>
            </a:prstGeom>
            <a:gradFill rotWithShape="1">
              <a:gsLst>
                <a:gs pos="0">
                  <a:srgbClr val="000000"/>
                </a:gs>
                <a:gs pos="100000">
                  <a:srgbClr val="FFCC00"/>
                </a:gs>
              </a:gsLst>
              <a:lin ang="2700000" scaled="1"/>
            </a:gradFill>
            <a:ln>
              <a:noFill/>
            </a:ln>
            <a:extLst>
              <a:ext uri="{91240B29-F687-4F45-9708-019B960494DF}">
                <a14:hiddenLine xmlns:a14="http://schemas.microsoft.com/office/drawing/2010/main" w="38100" algn="ctr">
                  <a:solidFill>
                    <a:srgbClr val="000000"/>
                  </a:solidFill>
                  <a:round/>
                  <a:headEnd/>
                  <a:tailEnd/>
                </a14:hiddenLine>
              </a:ext>
            </a:extLst>
          </p:spPr>
          <p:txBody>
            <a:bodyPr wrap="none" anchor="ctr">
              <a:spAutoFit/>
            </a:bodyPr>
            <a:lstStyle>
              <a:lvl1pPr>
                <a:spcBef>
                  <a:spcPct val="20000"/>
                </a:spcBef>
                <a:buClr>
                  <a:schemeClr val="hlink"/>
                </a:buClr>
                <a:buFont typeface="Wingdings" panose="05000000000000000000" pitchFamily="2" charset="2"/>
                <a:buChar char="v"/>
                <a:defRPr sz="2400" b="1">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chemeClr val="tx1"/>
                </a:buClr>
                <a:buChar char="•"/>
                <a:defRPr sz="2100">
                  <a:solidFill>
                    <a:schemeClr val="tx1"/>
                  </a:solidFill>
                  <a:latin typeface="Arial" panose="020B0604020202020204" pitchFamily="34" charset="0"/>
                </a:defRPr>
              </a:lvl3pPr>
              <a:lvl4pPr marL="1600200" indent="-228600">
                <a:spcBef>
                  <a:spcPct val="20000"/>
                </a:spcBef>
                <a:buChar char="–"/>
                <a:defRPr sz="2100">
                  <a:solidFill>
                    <a:schemeClr val="tx1"/>
                  </a:solidFill>
                  <a:latin typeface="Arial" panose="020B0604020202020204" pitchFamily="34" charset="0"/>
                </a:defRPr>
              </a:lvl4pPr>
              <a:lvl5pPr marL="2057400" indent="-228600">
                <a:spcBef>
                  <a:spcPct val="20000"/>
                </a:spcBef>
                <a:buChar char="»"/>
                <a:defRPr sz="21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1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1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1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100">
                  <a:solidFill>
                    <a:schemeClr val="tx1"/>
                  </a:solidFill>
                  <a:latin typeface="Arial" panose="020B0604020202020204" pitchFamily="34" charset="0"/>
                </a:defRPr>
              </a:lvl9pPr>
            </a:lstStyle>
            <a:p>
              <a:pPr eaLnBrk="1" hangingPunct="1">
                <a:spcBef>
                  <a:spcPct val="0"/>
                </a:spcBef>
                <a:buClrTx/>
                <a:buFontTx/>
                <a:buNone/>
              </a:pPr>
              <a:endParaRPr lang="fr-FR" altLang="fr-FR" sz="1800" b="0">
                <a:latin typeface="Arial" panose="020B0604020202020204" pitchFamily="34" charset="0"/>
              </a:endParaRPr>
            </a:p>
          </p:txBody>
        </p:sp>
        <p:sp>
          <p:nvSpPr>
            <p:cNvPr id="40" name="Oval 58">
              <a:extLst>
                <a:ext uri="{FF2B5EF4-FFF2-40B4-BE49-F238E27FC236}">
                  <a16:creationId xmlns:a16="http://schemas.microsoft.com/office/drawing/2014/main" id="{7DE8470C-8080-89F1-4167-D3EF1E300FAD}"/>
                </a:ext>
              </a:extLst>
            </p:cNvPr>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headEnd/>
              <a:tailEnd/>
            </a:ln>
            <a:effectLst/>
          </p:spPr>
          <p:txBody>
            <a:bodyPr anchor="ctr">
              <a:spAutoFit/>
            </a:bodyPr>
            <a:lstStyle/>
            <a:p>
              <a:pPr eaLnBrk="1" hangingPunct="1">
                <a:defRPr/>
              </a:pPr>
              <a:endParaRPr lang="fr-FR">
                <a:latin typeface="Arial" charset="0"/>
                <a:cs typeface="Arial" charset="0"/>
              </a:endParaRPr>
            </a:p>
          </p:txBody>
        </p:sp>
        <p:sp>
          <p:nvSpPr>
            <p:cNvPr id="9272" name="Oval 59">
              <a:extLst>
                <a:ext uri="{FF2B5EF4-FFF2-40B4-BE49-F238E27FC236}">
                  <a16:creationId xmlns:a16="http://schemas.microsoft.com/office/drawing/2014/main" id="{2D77748E-D2C3-B626-DD2B-D053FAAF63F2}"/>
                </a:ext>
              </a:extLst>
            </p:cNvPr>
            <p:cNvSpPr>
              <a:spLocks noChangeArrowheads="1"/>
            </p:cNvSpPr>
            <p:nvPr/>
          </p:nvSpPr>
          <p:spPr bwMode="gray">
            <a:xfrm>
              <a:off x="2337" y="1387"/>
              <a:ext cx="1096" cy="2201"/>
            </a:xfrm>
            <a:prstGeom prst="ellipse">
              <a:avLst/>
            </a:prstGeom>
            <a:gradFill rotWithShape="1">
              <a:gsLst>
                <a:gs pos="0">
                  <a:srgbClr val="FFCC00"/>
                </a:gs>
                <a:gs pos="100000">
                  <a:srgbClr val="7C6300"/>
                </a:gs>
              </a:gsLst>
              <a:lin ang="2700000" scaled="1"/>
            </a:gradFill>
            <a:ln>
              <a:noFill/>
            </a:ln>
            <a:extLst>
              <a:ext uri="{91240B29-F687-4F45-9708-019B960494DF}">
                <a14:hiddenLine xmlns:a14="http://schemas.microsoft.com/office/drawing/2010/main" w="38100" algn="ctr">
                  <a:solidFill>
                    <a:srgbClr val="000000"/>
                  </a:solidFill>
                  <a:round/>
                  <a:headEnd/>
                  <a:tailEnd/>
                </a14:hiddenLine>
              </a:ext>
            </a:extLst>
          </p:spPr>
          <p:txBody>
            <a:bodyPr anchor="ctr">
              <a:spAutoFit/>
            </a:bodyPr>
            <a:lstStyle>
              <a:lvl1pPr>
                <a:spcBef>
                  <a:spcPct val="20000"/>
                </a:spcBef>
                <a:buClr>
                  <a:schemeClr val="hlink"/>
                </a:buClr>
                <a:buFont typeface="Wingdings" panose="05000000000000000000" pitchFamily="2" charset="2"/>
                <a:buChar char="v"/>
                <a:defRPr sz="2400" b="1">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chemeClr val="tx1"/>
                </a:buClr>
                <a:buChar char="•"/>
                <a:defRPr sz="2100">
                  <a:solidFill>
                    <a:schemeClr val="tx1"/>
                  </a:solidFill>
                  <a:latin typeface="Arial" panose="020B0604020202020204" pitchFamily="34" charset="0"/>
                </a:defRPr>
              </a:lvl3pPr>
              <a:lvl4pPr marL="1600200" indent="-228600">
                <a:spcBef>
                  <a:spcPct val="20000"/>
                </a:spcBef>
                <a:buChar char="–"/>
                <a:defRPr sz="2100">
                  <a:solidFill>
                    <a:schemeClr val="tx1"/>
                  </a:solidFill>
                  <a:latin typeface="Arial" panose="020B0604020202020204" pitchFamily="34" charset="0"/>
                </a:defRPr>
              </a:lvl4pPr>
              <a:lvl5pPr marL="2057400" indent="-228600">
                <a:spcBef>
                  <a:spcPct val="20000"/>
                </a:spcBef>
                <a:buChar char="»"/>
                <a:defRPr sz="21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1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1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1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100">
                  <a:solidFill>
                    <a:schemeClr val="tx1"/>
                  </a:solidFill>
                  <a:latin typeface="Arial" panose="020B0604020202020204" pitchFamily="34" charset="0"/>
                </a:defRPr>
              </a:lvl9pPr>
            </a:lstStyle>
            <a:p>
              <a:pPr eaLnBrk="1" hangingPunct="1">
                <a:spcBef>
                  <a:spcPct val="0"/>
                </a:spcBef>
                <a:buClrTx/>
                <a:buFontTx/>
                <a:buNone/>
              </a:pPr>
              <a:endParaRPr lang="fr-FR" altLang="fr-FR" sz="1800" b="0">
                <a:latin typeface="Arial" panose="020B0604020202020204" pitchFamily="34" charset="0"/>
              </a:endParaRPr>
            </a:p>
          </p:txBody>
        </p:sp>
      </p:grpSp>
      <p:grpSp>
        <p:nvGrpSpPr>
          <p:cNvPr id="9231" name="Group 60">
            <a:extLst>
              <a:ext uri="{FF2B5EF4-FFF2-40B4-BE49-F238E27FC236}">
                <a16:creationId xmlns:a16="http://schemas.microsoft.com/office/drawing/2014/main" id="{A35C89F9-D32E-BFEC-2BA2-D40B6B044DC1}"/>
              </a:ext>
            </a:extLst>
          </p:cNvPr>
          <p:cNvGrpSpPr>
            <a:grpSpLocks/>
          </p:cNvGrpSpPr>
          <p:nvPr/>
        </p:nvGrpSpPr>
        <p:grpSpPr bwMode="auto">
          <a:xfrm>
            <a:off x="3724275" y="3029678"/>
            <a:ext cx="381000" cy="519245"/>
            <a:chOff x="2078" y="1387"/>
            <a:chExt cx="1615" cy="2201"/>
          </a:xfrm>
        </p:grpSpPr>
        <p:sp>
          <p:nvSpPr>
            <p:cNvPr id="9261" name="Oval 61">
              <a:extLst>
                <a:ext uri="{FF2B5EF4-FFF2-40B4-BE49-F238E27FC236}">
                  <a16:creationId xmlns:a16="http://schemas.microsoft.com/office/drawing/2014/main" id="{7D67AF00-1F76-D1E4-BC62-6A57CEDEE9F8}"/>
                </a:ext>
              </a:extLst>
            </p:cNvPr>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57150" algn="ctr">
                  <a:solidFill>
                    <a:srgbClr val="000000"/>
                  </a:solidFill>
                  <a:round/>
                  <a:headEnd/>
                  <a:tailEnd/>
                </a14:hiddenLine>
              </a:ext>
            </a:extLst>
          </p:spPr>
          <p:txBody>
            <a:bodyPr wrap="none" anchor="ctr"/>
            <a:lstStyle>
              <a:lvl1pPr>
                <a:spcBef>
                  <a:spcPct val="20000"/>
                </a:spcBef>
                <a:buClr>
                  <a:schemeClr val="hlink"/>
                </a:buClr>
                <a:buFont typeface="Wingdings" panose="05000000000000000000" pitchFamily="2" charset="2"/>
                <a:buChar char="v"/>
                <a:defRPr sz="2400" b="1">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chemeClr val="tx1"/>
                </a:buClr>
                <a:buChar char="•"/>
                <a:defRPr sz="2100">
                  <a:solidFill>
                    <a:schemeClr val="tx1"/>
                  </a:solidFill>
                  <a:latin typeface="Arial" panose="020B0604020202020204" pitchFamily="34" charset="0"/>
                </a:defRPr>
              </a:lvl3pPr>
              <a:lvl4pPr marL="1600200" indent="-228600">
                <a:spcBef>
                  <a:spcPct val="20000"/>
                </a:spcBef>
                <a:buChar char="–"/>
                <a:defRPr sz="2100">
                  <a:solidFill>
                    <a:schemeClr val="tx1"/>
                  </a:solidFill>
                  <a:latin typeface="Arial" panose="020B0604020202020204" pitchFamily="34" charset="0"/>
                </a:defRPr>
              </a:lvl4pPr>
              <a:lvl5pPr marL="2057400" indent="-228600">
                <a:spcBef>
                  <a:spcPct val="20000"/>
                </a:spcBef>
                <a:buChar char="»"/>
                <a:defRPr sz="21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1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1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1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100">
                  <a:solidFill>
                    <a:schemeClr val="tx1"/>
                  </a:solidFill>
                  <a:latin typeface="Arial" panose="020B0604020202020204" pitchFamily="34" charset="0"/>
                </a:defRPr>
              </a:lvl9pPr>
            </a:lstStyle>
            <a:p>
              <a:pPr eaLnBrk="1" hangingPunct="1">
                <a:spcBef>
                  <a:spcPct val="0"/>
                </a:spcBef>
                <a:buClrTx/>
                <a:buFontTx/>
                <a:buNone/>
              </a:pPr>
              <a:endParaRPr lang="fr-FR" altLang="fr-FR" sz="1800" b="0">
                <a:latin typeface="Arial" panose="020B0604020202020204" pitchFamily="34" charset="0"/>
              </a:endParaRPr>
            </a:p>
          </p:txBody>
        </p:sp>
        <p:sp>
          <p:nvSpPr>
            <p:cNvPr id="9262" name="Oval 62">
              <a:extLst>
                <a:ext uri="{FF2B5EF4-FFF2-40B4-BE49-F238E27FC236}">
                  <a16:creationId xmlns:a16="http://schemas.microsoft.com/office/drawing/2014/main" id="{79405915-8C5F-05D3-CED9-E0B6563FDA91}"/>
                </a:ext>
              </a:extLst>
            </p:cNvPr>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Clr>
                  <a:schemeClr val="hlink"/>
                </a:buClr>
                <a:buFont typeface="Wingdings" panose="05000000000000000000" pitchFamily="2" charset="2"/>
                <a:buChar char="v"/>
                <a:defRPr sz="2400" b="1">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chemeClr val="tx1"/>
                </a:buClr>
                <a:buChar char="•"/>
                <a:defRPr sz="2100">
                  <a:solidFill>
                    <a:schemeClr val="tx1"/>
                  </a:solidFill>
                  <a:latin typeface="Arial" panose="020B0604020202020204" pitchFamily="34" charset="0"/>
                </a:defRPr>
              </a:lvl3pPr>
              <a:lvl4pPr marL="1600200" indent="-228600">
                <a:spcBef>
                  <a:spcPct val="20000"/>
                </a:spcBef>
                <a:buChar char="–"/>
                <a:defRPr sz="2100">
                  <a:solidFill>
                    <a:schemeClr val="tx1"/>
                  </a:solidFill>
                  <a:latin typeface="Arial" panose="020B0604020202020204" pitchFamily="34" charset="0"/>
                </a:defRPr>
              </a:lvl4pPr>
              <a:lvl5pPr marL="2057400" indent="-228600">
                <a:spcBef>
                  <a:spcPct val="20000"/>
                </a:spcBef>
                <a:buChar char="»"/>
                <a:defRPr sz="21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1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1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1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100">
                  <a:solidFill>
                    <a:schemeClr val="tx1"/>
                  </a:solidFill>
                  <a:latin typeface="Arial" panose="020B0604020202020204" pitchFamily="34" charset="0"/>
                </a:defRPr>
              </a:lvl9pPr>
            </a:lstStyle>
            <a:p>
              <a:pPr eaLnBrk="1" hangingPunct="1">
                <a:spcBef>
                  <a:spcPct val="0"/>
                </a:spcBef>
                <a:buClrTx/>
                <a:buFontTx/>
                <a:buNone/>
              </a:pPr>
              <a:endParaRPr lang="fr-FR" altLang="fr-FR" sz="1800" b="0">
                <a:latin typeface="Arial" panose="020B0604020202020204" pitchFamily="34" charset="0"/>
              </a:endParaRPr>
            </a:p>
          </p:txBody>
        </p:sp>
        <p:sp>
          <p:nvSpPr>
            <p:cNvPr id="45" name="Oval 63">
              <a:extLst>
                <a:ext uri="{FF2B5EF4-FFF2-40B4-BE49-F238E27FC236}">
                  <a16:creationId xmlns:a16="http://schemas.microsoft.com/office/drawing/2014/main" id="{88161731-39F7-AA8F-1439-46DAAC987007}"/>
                </a:ext>
              </a:extLst>
            </p:cNvPr>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headEnd/>
              <a:tailEnd/>
            </a:ln>
            <a:effectLst/>
          </p:spPr>
          <p:txBody>
            <a:bodyPr wrap="none" anchor="ctr">
              <a:spAutoFit/>
            </a:bodyPr>
            <a:lstStyle/>
            <a:p>
              <a:pPr eaLnBrk="1" hangingPunct="1">
                <a:defRPr/>
              </a:pPr>
              <a:endParaRPr lang="fr-FR">
                <a:latin typeface="Arial" charset="0"/>
                <a:cs typeface="Arial" charset="0"/>
              </a:endParaRPr>
            </a:p>
          </p:txBody>
        </p:sp>
        <p:sp>
          <p:nvSpPr>
            <p:cNvPr id="9264" name="Oval 64">
              <a:extLst>
                <a:ext uri="{FF2B5EF4-FFF2-40B4-BE49-F238E27FC236}">
                  <a16:creationId xmlns:a16="http://schemas.microsoft.com/office/drawing/2014/main" id="{DDDF394A-9B02-F12C-47B4-588BD4C57B70}"/>
                </a:ext>
              </a:extLst>
            </p:cNvPr>
            <p:cNvSpPr>
              <a:spLocks noChangeArrowheads="1"/>
            </p:cNvSpPr>
            <p:nvPr/>
          </p:nvSpPr>
          <p:spPr bwMode="gray">
            <a:xfrm>
              <a:off x="2254" y="1387"/>
              <a:ext cx="1101" cy="2201"/>
            </a:xfrm>
            <a:prstGeom prst="ellipse">
              <a:avLst/>
            </a:prstGeom>
            <a:gradFill rotWithShape="1">
              <a:gsLst>
                <a:gs pos="0">
                  <a:srgbClr val="000000"/>
                </a:gs>
                <a:gs pos="100000">
                  <a:srgbClr val="48BE67"/>
                </a:gs>
              </a:gsLst>
              <a:lin ang="2700000" scaled="1"/>
            </a:gradFill>
            <a:ln>
              <a:noFill/>
            </a:ln>
            <a:extLst>
              <a:ext uri="{91240B29-F687-4F45-9708-019B960494DF}">
                <a14:hiddenLine xmlns:a14="http://schemas.microsoft.com/office/drawing/2010/main" w="38100" algn="ctr">
                  <a:solidFill>
                    <a:srgbClr val="000000"/>
                  </a:solidFill>
                  <a:round/>
                  <a:headEnd/>
                  <a:tailEnd/>
                </a14:hiddenLine>
              </a:ext>
            </a:extLst>
          </p:spPr>
          <p:txBody>
            <a:bodyPr wrap="none" anchor="ctr">
              <a:spAutoFit/>
            </a:bodyPr>
            <a:lstStyle>
              <a:lvl1pPr>
                <a:spcBef>
                  <a:spcPct val="20000"/>
                </a:spcBef>
                <a:buClr>
                  <a:schemeClr val="hlink"/>
                </a:buClr>
                <a:buFont typeface="Wingdings" panose="05000000000000000000" pitchFamily="2" charset="2"/>
                <a:buChar char="v"/>
                <a:defRPr sz="2400" b="1">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chemeClr val="tx1"/>
                </a:buClr>
                <a:buChar char="•"/>
                <a:defRPr sz="2100">
                  <a:solidFill>
                    <a:schemeClr val="tx1"/>
                  </a:solidFill>
                  <a:latin typeface="Arial" panose="020B0604020202020204" pitchFamily="34" charset="0"/>
                </a:defRPr>
              </a:lvl3pPr>
              <a:lvl4pPr marL="1600200" indent="-228600">
                <a:spcBef>
                  <a:spcPct val="20000"/>
                </a:spcBef>
                <a:buChar char="–"/>
                <a:defRPr sz="2100">
                  <a:solidFill>
                    <a:schemeClr val="tx1"/>
                  </a:solidFill>
                  <a:latin typeface="Arial" panose="020B0604020202020204" pitchFamily="34" charset="0"/>
                </a:defRPr>
              </a:lvl4pPr>
              <a:lvl5pPr marL="2057400" indent="-228600">
                <a:spcBef>
                  <a:spcPct val="20000"/>
                </a:spcBef>
                <a:buChar char="»"/>
                <a:defRPr sz="21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1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1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1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100">
                  <a:solidFill>
                    <a:schemeClr val="tx1"/>
                  </a:solidFill>
                  <a:latin typeface="Arial" panose="020B0604020202020204" pitchFamily="34" charset="0"/>
                </a:defRPr>
              </a:lvl9pPr>
            </a:lstStyle>
            <a:p>
              <a:pPr eaLnBrk="1" hangingPunct="1">
                <a:spcBef>
                  <a:spcPct val="0"/>
                </a:spcBef>
                <a:buClrTx/>
                <a:buFontTx/>
                <a:buNone/>
              </a:pPr>
              <a:endParaRPr lang="fr-FR" altLang="fr-FR" sz="1800" b="0">
                <a:latin typeface="Arial" panose="020B0604020202020204" pitchFamily="34" charset="0"/>
              </a:endParaRPr>
            </a:p>
          </p:txBody>
        </p:sp>
        <p:sp>
          <p:nvSpPr>
            <p:cNvPr id="47" name="Oval 65">
              <a:extLst>
                <a:ext uri="{FF2B5EF4-FFF2-40B4-BE49-F238E27FC236}">
                  <a16:creationId xmlns:a16="http://schemas.microsoft.com/office/drawing/2014/main" id="{AA8B7522-3715-E79A-47DD-906D82A14A60}"/>
                </a:ext>
              </a:extLst>
            </p:cNvPr>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headEnd/>
              <a:tailEnd/>
            </a:ln>
            <a:effectLst/>
          </p:spPr>
          <p:txBody>
            <a:bodyPr anchor="ctr">
              <a:spAutoFit/>
            </a:bodyPr>
            <a:lstStyle/>
            <a:p>
              <a:pPr eaLnBrk="1" hangingPunct="1">
                <a:defRPr/>
              </a:pPr>
              <a:endParaRPr lang="fr-FR">
                <a:latin typeface="Arial" charset="0"/>
                <a:cs typeface="Arial" charset="0"/>
              </a:endParaRPr>
            </a:p>
          </p:txBody>
        </p:sp>
        <p:sp>
          <p:nvSpPr>
            <p:cNvPr id="9266" name="Oval 66">
              <a:extLst>
                <a:ext uri="{FF2B5EF4-FFF2-40B4-BE49-F238E27FC236}">
                  <a16:creationId xmlns:a16="http://schemas.microsoft.com/office/drawing/2014/main" id="{BE3AA555-018B-8E87-473B-69D9C3315D8F}"/>
                </a:ext>
              </a:extLst>
            </p:cNvPr>
            <p:cNvSpPr>
              <a:spLocks noChangeArrowheads="1"/>
            </p:cNvSpPr>
            <p:nvPr/>
          </p:nvSpPr>
          <p:spPr bwMode="gray">
            <a:xfrm>
              <a:off x="2337" y="1387"/>
              <a:ext cx="1096" cy="2201"/>
            </a:xfrm>
            <a:prstGeom prst="ellipse">
              <a:avLst/>
            </a:prstGeom>
            <a:gradFill rotWithShape="1">
              <a:gsLst>
                <a:gs pos="0">
                  <a:srgbClr val="48BE67"/>
                </a:gs>
                <a:gs pos="100000">
                  <a:srgbClr val="235C32"/>
                </a:gs>
              </a:gsLst>
              <a:lin ang="2700000" scaled="1"/>
            </a:gradFill>
            <a:ln>
              <a:noFill/>
            </a:ln>
            <a:extLst>
              <a:ext uri="{91240B29-F687-4F45-9708-019B960494DF}">
                <a14:hiddenLine xmlns:a14="http://schemas.microsoft.com/office/drawing/2010/main" w="38100" algn="ctr">
                  <a:solidFill>
                    <a:srgbClr val="000000"/>
                  </a:solidFill>
                  <a:round/>
                  <a:headEnd/>
                  <a:tailEnd/>
                </a14:hiddenLine>
              </a:ext>
            </a:extLst>
          </p:spPr>
          <p:txBody>
            <a:bodyPr anchor="ctr">
              <a:spAutoFit/>
            </a:bodyPr>
            <a:lstStyle>
              <a:lvl1pPr>
                <a:spcBef>
                  <a:spcPct val="20000"/>
                </a:spcBef>
                <a:buClr>
                  <a:schemeClr val="hlink"/>
                </a:buClr>
                <a:buFont typeface="Wingdings" panose="05000000000000000000" pitchFamily="2" charset="2"/>
                <a:buChar char="v"/>
                <a:defRPr sz="2400" b="1">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chemeClr val="tx1"/>
                </a:buClr>
                <a:buChar char="•"/>
                <a:defRPr sz="2100">
                  <a:solidFill>
                    <a:schemeClr val="tx1"/>
                  </a:solidFill>
                  <a:latin typeface="Arial" panose="020B0604020202020204" pitchFamily="34" charset="0"/>
                </a:defRPr>
              </a:lvl3pPr>
              <a:lvl4pPr marL="1600200" indent="-228600">
                <a:spcBef>
                  <a:spcPct val="20000"/>
                </a:spcBef>
                <a:buChar char="–"/>
                <a:defRPr sz="2100">
                  <a:solidFill>
                    <a:schemeClr val="tx1"/>
                  </a:solidFill>
                  <a:latin typeface="Arial" panose="020B0604020202020204" pitchFamily="34" charset="0"/>
                </a:defRPr>
              </a:lvl4pPr>
              <a:lvl5pPr marL="2057400" indent="-228600">
                <a:spcBef>
                  <a:spcPct val="20000"/>
                </a:spcBef>
                <a:buChar char="»"/>
                <a:defRPr sz="21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1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1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1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100">
                  <a:solidFill>
                    <a:schemeClr val="tx1"/>
                  </a:solidFill>
                  <a:latin typeface="Arial" panose="020B0604020202020204" pitchFamily="34" charset="0"/>
                </a:defRPr>
              </a:lvl9pPr>
            </a:lstStyle>
            <a:p>
              <a:pPr eaLnBrk="1" hangingPunct="1">
                <a:spcBef>
                  <a:spcPct val="0"/>
                </a:spcBef>
                <a:buClrTx/>
                <a:buFontTx/>
                <a:buNone/>
              </a:pPr>
              <a:endParaRPr lang="fr-FR" altLang="fr-FR" sz="1800" b="0">
                <a:latin typeface="Arial" panose="020B0604020202020204" pitchFamily="34" charset="0"/>
              </a:endParaRPr>
            </a:p>
          </p:txBody>
        </p:sp>
      </p:grpSp>
      <p:grpSp>
        <p:nvGrpSpPr>
          <p:cNvPr id="9232" name="Group 67">
            <a:extLst>
              <a:ext uri="{FF2B5EF4-FFF2-40B4-BE49-F238E27FC236}">
                <a16:creationId xmlns:a16="http://schemas.microsoft.com/office/drawing/2014/main" id="{F3743466-47D3-35AF-82FB-EFF4C7BF243B}"/>
              </a:ext>
            </a:extLst>
          </p:cNvPr>
          <p:cNvGrpSpPr>
            <a:grpSpLocks/>
          </p:cNvGrpSpPr>
          <p:nvPr/>
        </p:nvGrpSpPr>
        <p:grpSpPr bwMode="auto">
          <a:xfrm>
            <a:off x="3786188" y="3856766"/>
            <a:ext cx="374958" cy="475523"/>
            <a:chOff x="2078" y="1387"/>
            <a:chExt cx="1615" cy="2201"/>
          </a:xfrm>
        </p:grpSpPr>
        <p:sp>
          <p:nvSpPr>
            <p:cNvPr id="9255" name="Oval 68">
              <a:extLst>
                <a:ext uri="{FF2B5EF4-FFF2-40B4-BE49-F238E27FC236}">
                  <a16:creationId xmlns:a16="http://schemas.microsoft.com/office/drawing/2014/main" id="{04F690F3-6C7C-7519-DE2E-35CAEBE9D680}"/>
                </a:ext>
              </a:extLst>
            </p:cNvPr>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57150" algn="ctr">
                  <a:solidFill>
                    <a:srgbClr val="000000"/>
                  </a:solidFill>
                  <a:round/>
                  <a:headEnd/>
                  <a:tailEnd/>
                </a14:hiddenLine>
              </a:ext>
            </a:extLst>
          </p:spPr>
          <p:txBody>
            <a:bodyPr wrap="none" anchor="ctr"/>
            <a:lstStyle>
              <a:lvl1pPr>
                <a:spcBef>
                  <a:spcPct val="20000"/>
                </a:spcBef>
                <a:buClr>
                  <a:schemeClr val="hlink"/>
                </a:buClr>
                <a:buFont typeface="Wingdings" panose="05000000000000000000" pitchFamily="2" charset="2"/>
                <a:buChar char="v"/>
                <a:defRPr sz="2400" b="1">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chemeClr val="tx1"/>
                </a:buClr>
                <a:buChar char="•"/>
                <a:defRPr sz="2100">
                  <a:solidFill>
                    <a:schemeClr val="tx1"/>
                  </a:solidFill>
                  <a:latin typeface="Arial" panose="020B0604020202020204" pitchFamily="34" charset="0"/>
                </a:defRPr>
              </a:lvl3pPr>
              <a:lvl4pPr marL="1600200" indent="-228600">
                <a:spcBef>
                  <a:spcPct val="20000"/>
                </a:spcBef>
                <a:buChar char="–"/>
                <a:defRPr sz="2100">
                  <a:solidFill>
                    <a:schemeClr val="tx1"/>
                  </a:solidFill>
                  <a:latin typeface="Arial" panose="020B0604020202020204" pitchFamily="34" charset="0"/>
                </a:defRPr>
              </a:lvl4pPr>
              <a:lvl5pPr marL="2057400" indent="-228600">
                <a:spcBef>
                  <a:spcPct val="20000"/>
                </a:spcBef>
                <a:buChar char="»"/>
                <a:defRPr sz="21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1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1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1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100">
                  <a:solidFill>
                    <a:schemeClr val="tx1"/>
                  </a:solidFill>
                  <a:latin typeface="Arial" panose="020B0604020202020204" pitchFamily="34" charset="0"/>
                </a:defRPr>
              </a:lvl9pPr>
            </a:lstStyle>
            <a:p>
              <a:pPr eaLnBrk="1" hangingPunct="1">
                <a:spcBef>
                  <a:spcPct val="0"/>
                </a:spcBef>
                <a:buClrTx/>
                <a:buFontTx/>
                <a:buNone/>
              </a:pPr>
              <a:endParaRPr lang="fr-FR" altLang="fr-FR" sz="1800" b="0">
                <a:latin typeface="Arial" panose="020B0604020202020204" pitchFamily="34" charset="0"/>
              </a:endParaRPr>
            </a:p>
          </p:txBody>
        </p:sp>
        <p:sp>
          <p:nvSpPr>
            <p:cNvPr id="9256" name="Oval 69">
              <a:extLst>
                <a:ext uri="{FF2B5EF4-FFF2-40B4-BE49-F238E27FC236}">
                  <a16:creationId xmlns:a16="http://schemas.microsoft.com/office/drawing/2014/main" id="{C570EB17-67A1-581F-8E5B-11AFBD0AEF0A}"/>
                </a:ext>
              </a:extLst>
            </p:cNvPr>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Clr>
                  <a:schemeClr val="hlink"/>
                </a:buClr>
                <a:buFont typeface="Wingdings" panose="05000000000000000000" pitchFamily="2" charset="2"/>
                <a:buChar char="v"/>
                <a:defRPr sz="2400" b="1">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chemeClr val="tx1"/>
                </a:buClr>
                <a:buChar char="•"/>
                <a:defRPr sz="2100">
                  <a:solidFill>
                    <a:schemeClr val="tx1"/>
                  </a:solidFill>
                  <a:latin typeface="Arial" panose="020B0604020202020204" pitchFamily="34" charset="0"/>
                </a:defRPr>
              </a:lvl3pPr>
              <a:lvl4pPr marL="1600200" indent="-228600">
                <a:spcBef>
                  <a:spcPct val="20000"/>
                </a:spcBef>
                <a:buChar char="–"/>
                <a:defRPr sz="2100">
                  <a:solidFill>
                    <a:schemeClr val="tx1"/>
                  </a:solidFill>
                  <a:latin typeface="Arial" panose="020B0604020202020204" pitchFamily="34" charset="0"/>
                </a:defRPr>
              </a:lvl4pPr>
              <a:lvl5pPr marL="2057400" indent="-228600">
                <a:spcBef>
                  <a:spcPct val="20000"/>
                </a:spcBef>
                <a:buChar char="»"/>
                <a:defRPr sz="21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1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1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1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100">
                  <a:solidFill>
                    <a:schemeClr val="tx1"/>
                  </a:solidFill>
                  <a:latin typeface="Arial" panose="020B0604020202020204" pitchFamily="34" charset="0"/>
                </a:defRPr>
              </a:lvl9pPr>
            </a:lstStyle>
            <a:p>
              <a:pPr eaLnBrk="1" hangingPunct="1">
                <a:spcBef>
                  <a:spcPct val="0"/>
                </a:spcBef>
                <a:buClrTx/>
                <a:buFontTx/>
                <a:buNone/>
              </a:pPr>
              <a:endParaRPr lang="fr-FR" altLang="fr-FR" sz="1800" b="0">
                <a:latin typeface="Arial" panose="020B0604020202020204" pitchFamily="34" charset="0"/>
              </a:endParaRPr>
            </a:p>
          </p:txBody>
        </p:sp>
        <p:sp>
          <p:nvSpPr>
            <p:cNvPr id="52" name="Oval 70">
              <a:extLst>
                <a:ext uri="{FF2B5EF4-FFF2-40B4-BE49-F238E27FC236}">
                  <a16:creationId xmlns:a16="http://schemas.microsoft.com/office/drawing/2014/main" id="{9CC4A88B-B6B5-4AD0-F904-B23CEAA5FBF9}"/>
                </a:ext>
              </a:extLst>
            </p:cNvPr>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headEnd/>
              <a:tailEnd/>
            </a:ln>
            <a:effectLst/>
          </p:spPr>
          <p:txBody>
            <a:bodyPr wrap="none" anchor="ctr">
              <a:spAutoFit/>
            </a:bodyPr>
            <a:lstStyle/>
            <a:p>
              <a:pPr eaLnBrk="1" hangingPunct="1">
                <a:defRPr/>
              </a:pPr>
              <a:endParaRPr lang="fr-FR">
                <a:latin typeface="Arial" charset="0"/>
                <a:cs typeface="Arial" charset="0"/>
              </a:endParaRPr>
            </a:p>
          </p:txBody>
        </p:sp>
        <p:sp>
          <p:nvSpPr>
            <p:cNvPr id="9258" name="Oval 71">
              <a:extLst>
                <a:ext uri="{FF2B5EF4-FFF2-40B4-BE49-F238E27FC236}">
                  <a16:creationId xmlns:a16="http://schemas.microsoft.com/office/drawing/2014/main" id="{4B9903B3-D875-EA08-B7F7-E3BF9F66790B}"/>
                </a:ext>
              </a:extLst>
            </p:cNvPr>
            <p:cNvSpPr>
              <a:spLocks noChangeArrowheads="1"/>
            </p:cNvSpPr>
            <p:nvPr/>
          </p:nvSpPr>
          <p:spPr bwMode="gray">
            <a:xfrm>
              <a:off x="2254" y="1387"/>
              <a:ext cx="1101" cy="2201"/>
            </a:xfrm>
            <a:prstGeom prst="ellipse">
              <a:avLst/>
            </a:prstGeom>
            <a:gradFill rotWithShape="1">
              <a:gsLst>
                <a:gs pos="0">
                  <a:srgbClr val="21B3E1"/>
                </a:gs>
                <a:gs pos="100000">
                  <a:srgbClr val="0F5368"/>
                </a:gs>
              </a:gsLst>
              <a:lin ang="5400000" scaled="1"/>
            </a:gradFill>
            <a:ln>
              <a:noFill/>
            </a:ln>
            <a:extLst>
              <a:ext uri="{91240B29-F687-4F45-9708-019B960494DF}">
                <a14:hiddenLine xmlns:a14="http://schemas.microsoft.com/office/drawing/2010/main" w="38100" algn="ctr">
                  <a:solidFill>
                    <a:srgbClr val="000000"/>
                  </a:solidFill>
                  <a:round/>
                  <a:headEnd/>
                  <a:tailEnd/>
                </a14:hiddenLine>
              </a:ext>
            </a:extLst>
          </p:spPr>
          <p:txBody>
            <a:bodyPr wrap="none" anchor="ctr">
              <a:spAutoFit/>
            </a:bodyPr>
            <a:lstStyle>
              <a:lvl1pPr>
                <a:spcBef>
                  <a:spcPct val="20000"/>
                </a:spcBef>
                <a:buClr>
                  <a:schemeClr val="hlink"/>
                </a:buClr>
                <a:buFont typeface="Wingdings" panose="05000000000000000000" pitchFamily="2" charset="2"/>
                <a:buChar char="v"/>
                <a:defRPr sz="2400" b="1">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chemeClr val="tx1"/>
                </a:buClr>
                <a:buChar char="•"/>
                <a:defRPr sz="2100">
                  <a:solidFill>
                    <a:schemeClr val="tx1"/>
                  </a:solidFill>
                  <a:latin typeface="Arial" panose="020B0604020202020204" pitchFamily="34" charset="0"/>
                </a:defRPr>
              </a:lvl3pPr>
              <a:lvl4pPr marL="1600200" indent="-228600">
                <a:spcBef>
                  <a:spcPct val="20000"/>
                </a:spcBef>
                <a:buChar char="–"/>
                <a:defRPr sz="2100">
                  <a:solidFill>
                    <a:schemeClr val="tx1"/>
                  </a:solidFill>
                  <a:latin typeface="Arial" panose="020B0604020202020204" pitchFamily="34" charset="0"/>
                </a:defRPr>
              </a:lvl4pPr>
              <a:lvl5pPr marL="2057400" indent="-228600">
                <a:spcBef>
                  <a:spcPct val="20000"/>
                </a:spcBef>
                <a:buChar char="»"/>
                <a:defRPr sz="21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1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1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1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100">
                  <a:solidFill>
                    <a:schemeClr val="tx1"/>
                  </a:solidFill>
                  <a:latin typeface="Arial" panose="020B0604020202020204" pitchFamily="34" charset="0"/>
                </a:defRPr>
              </a:lvl9pPr>
            </a:lstStyle>
            <a:p>
              <a:pPr eaLnBrk="1" hangingPunct="1">
                <a:spcBef>
                  <a:spcPct val="0"/>
                </a:spcBef>
                <a:buClrTx/>
                <a:buFontTx/>
                <a:buNone/>
              </a:pPr>
              <a:endParaRPr lang="fr-FR" altLang="fr-FR" sz="1800" b="0">
                <a:latin typeface="Arial" panose="020B0604020202020204" pitchFamily="34" charset="0"/>
              </a:endParaRPr>
            </a:p>
          </p:txBody>
        </p:sp>
        <p:sp>
          <p:nvSpPr>
            <p:cNvPr id="54" name="Oval 72">
              <a:extLst>
                <a:ext uri="{FF2B5EF4-FFF2-40B4-BE49-F238E27FC236}">
                  <a16:creationId xmlns:a16="http://schemas.microsoft.com/office/drawing/2014/main" id="{388215F8-989F-654F-DAE5-16FAB33DEADA}"/>
                </a:ext>
              </a:extLst>
            </p:cNvPr>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headEnd/>
              <a:tailEnd/>
            </a:ln>
            <a:effectLst/>
          </p:spPr>
          <p:txBody>
            <a:bodyPr anchor="ctr">
              <a:spAutoFit/>
            </a:bodyPr>
            <a:lstStyle/>
            <a:p>
              <a:pPr eaLnBrk="1" hangingPunct="1">
                <a:defRPr/>
              </a:pPr>
              <a:endParaRPr lang="fr-FR">
                <a:latin typeface="Arial" charset="0"/>
                <a:cs typeface="Arial" charset="0"/>
              </a:endParaRPr>
            </a:p>
          </p:txBody>
        </p:sp>
        <p:sp>
          <p:nvSpPr>
            <p:cNvPr id="9260" name="Oval 73">
              <a:extLst>
                <a:ext uri="{FF2B5EF4-FFF2-40B4-BE49-F238E27FC236}">
                  <a16:creationId xmlns:a16="http://schemas.microsoft.com/office/drawing/2014/main" id="{FFF3D005-D726-ECA2-C9D3-46641F4CA99C}"/>
                </a:ext>
              </a:extLst>
            </p:cNvPr>
            <p:cNvSpPr>
              <a:spLocks noChangeArrowheads="1"/>
            </p:cNvSpPr>
            <p:nvPr/>
          </p:nvSpPr>
          <p:spPr bwMode="gray">
            <a:xfrm>
              <a:off x="2337" y="1387"/>
              <a:ext cx="1096" cy="2201"/>
            </a:xfrm>
            <a:prstGeom prst="ellipse">
              <a:avLst/>
            </a:prstGeom>
            <a:gradFill rotWithShape="1">
              <a:gsLst>
                <a:gs pos="0">
                  <a:srgbClr val="21B3E1"/>
                </a:gs>
                <a:gs pos="100000">
                  <a:srgbClr val="10576D"/>
                </a:gs>
              </a:gsLst>
              <a:lin ang="2700000" scaled="1"/>
            </a:gradFill>
            <a:ln>
              <a:noFill/>
            </a:ln>
            <a:extLst>
              <a:ext uri="{91240B29-F687-4F45-9708-019B960494DF}">
                <a14:hiddenLine xmlns:a14="http://schemas.microsoft.com/office/drawing/2010/main" w="38100" algn="ctr">
                  <a:solidFill>
                    <a:srgbClr val="000000"/>
                  </a:solidFill>
                  <a:round/>
                  <a:headEnd/>
                  <a:tailEnd/>
                </a14:hiddenLine>
              </a:ext>
            </a:extLst>
          </p:spPr>
          <p:txBody>
            <a:bodyPr anchor="ctr">
              <a:spAutoFit/>
            </a:bodyPr>
            <a:lstStyle>
              <a:lvl1pPr>
                <a:spcBef>
                  <a:spcPct val="20000"/>
                </a:spcBef>
                <a:buClr>
                  <a:schemeClr val="hlink"/>
                </a:buClr>
                <a:buFont typeface="Wingdings" panose="05000000000000000000" pitchFamily="2" charset="2"/>
                <a:buChar char="v"/>
                <a:defRPr sz="2400" b="1">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chemeClr val="tx1"/>
                </a:buClr>
                <a:buChar char="•"/>
                <a:defRPr sz="2100">
                  <a:solidFill>
                    <a:schemeClr val="tx1"/>
                  </a:solidFill>
                  <a:latin typeface="Arial" panose="020B0604020202020204" pitchFamily="34" charset="0"/>
                </a:defRPr>
              </a:lvl3pPr>
              <a:lvl4pPr marL="1600200" indent="-228600">
                <a:spcBef>
                  <a:spcPct val="20000"/>
                </a:spcBef>
                <a:buChar char="–"/>
                <a:defRPr sz="2100">
                  <a:solidFill>
                    <a:schemeClr val="tx1"/>
                  </a:solidFill>
                  <a:latin typeface="Arial" panose="020B0604020202020204" pitchFamily="34" charset="0"/>
                </a:defRPr>
              </a:lvl4pPr>
              <a:lvl5pPr marL="2057400" indent="-228600">
                <a:spcBef>
                  <a:spcPct val="20000"/>
                </a:spcBef>
                <a:buChar char="»"/>
                <a:defRPr sz="21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1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1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1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100">
                  <a:solidFill>
                    <a:schemeClr val="tx1"/>
                  </a:solidFill>
                  <a:latin typeface="Arial" panose="020B0604020202020204" pitchFamily="34" charset="0"/>
                </a:defRPr>
              </a:lvl9pPr>
            </a:lstStyle>
            <a:p>
              <a:pPr eaLnBrk="1" hangingPunct="1">
                <a:spcBef>
                  <a:spcPct val="0"/>
                </a:spcBef>
                <a:buClrTx/>
                <a:buFontTx/>
                <a:buNone/>
              </a:pPr>
              <a:endParaRPr lang="fr-FR" altLang="fr-FR" sz="1800" b="0">
                <a:latin typeface="Arial" panose="020B0604020202020204" pitchFamily="34" charset="0"/>
              </a:endParaRPr>
            </a:p>
          </p:txBody>
        </p:sp>
      </p:grpSp>
      <p:grpSp>
        <p:nvGrpSpPr>
          <p:cNvPr id="9233" name="Group 74">
            <a:extLst>
              <a:ext uri="{FF2B5EF4-FFF2-40B4-BE49-F238E27FC236}">
                <a16:creationId xmlns:a16="http://schemas.microsoft.com/office/drawing/2014/main" id="{D6441A8C-6928-7549-9D82-96E3C31873AA}"/>
              </a:ext>
            </a:extLst>
          </p:cNvPr>
          <p:cNvGrpSpPr>
            <a:grpSpLocks/>
          </p:cNvGrpSpPr>
          <p:nvPr/>
        </p:nvGrpSpPr>
        <p:grpSpPr bwMode="auto">
          <a:xfrm>
            <a:off x="3452813" y="4739416"/>
            <a:ext cx="381000" cy="519245"/>
            <a:chOff x="2078" y="1387"/>
            <a:chExt cx="1615" cy="2201"/>
          </a:xfrm>
        </p:grpSpPr>
        <p:sp>
          <p:nvSpPr>
            <p:cNvPr id="9249" name="Oval 75">
              <a:extLst>
                <a:ext uri="{FF2B5EF4-FFF2-40B4-BE49-F238E27FC236}">
                  <a16:creationId xmlns:a16="http://schemas.microsoft.com/office/drawing/2014/main" id="{E9DA236B-8B06-F506-1CE8-381D8FF7F16D}"/>
                </a:ext>
              </a:extLst>
            </p:cNvPr>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57150" algn="ctr">
                  <a:solidFill>
                    <a:srgbClr val="000000"/>
                  </a:solidFill>
                  <a:round/>
                  <a:headEnd/>
                  <a:tailEnd/>
                </a14:hiddenLine>
              </a:ext>
            </a:extLst>
          </p:spPr>
          <p:txBody>
            <a:bodyPr wrap="none" anchor="ctr"/>
            <a:lstStyle>
              <a:lvl1pPr>
                <a:spcBef>
                  <a:spcPct val="20000"/>
                </a:spcBef>
                <a:buClr>
                  <a:schemeClr val="hlink"/>
                </a:buClr>
                <a:buFont typeface="Wingdings" panose="05000000000000000000" pitchFamily="2" charset="2"/>
                <a:buChar char="v"/>
                <a:defRPr sz="2400" b="1">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chemeClr val="tx1"/>
                </a:buClr>
                <a:buChar char="•"/>
                <a:defRPr sz="2100">
                  <a:solidFill>
                    <a:schemeClr val="tx1"/>
                  </a:solidFill>
                  <a:latin typeface="Arial" panose="020B0604020202020204" pitchFamily="34" charset="0"/>
                </a:defRPr>
              </a:lvl3pPr>
              <a:lvl4pPr marL="1600200" indent="-228600">
                <a:spcBef>
                  <a:spcPct val="20000"/>
                </a:spcBef>
                <a:buChar char="–"/>
                <a:defRPr sz="2100">
                  <a:solidFill>
                    <a:schemeClr val="tx1"/>
                  </a:solidFill>
                  <a:latin typeface="Arial" panose="020B0604020202020204" pitchFamily="34" charset="0"/>
                </a:defRPr>
              </a:lvl4pPr>
              <a:lvl5pPr marL="2057400" indent="-228600">
                <a:spcBef>
                  <a:spcPct val="20000"/>
                </a:spcBef>
                <a:buChar char="»"/>
                <a:defRPr sz="21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1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1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1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100">
                  <a:solidFill>
                    <a:schemeClr val="tx1"/>
                  </a:solidFill>
                  <a:latin typeface="Arial" panose="020B0604020202020204" pitchFamily="34" charset="0"/>
                </a:defRPr>
              </a:lvl9pPr>
            </a:lstStyle>
            <a:p>
              <a:pPr eaLnBrk="1" hangingPunct="1">
                <a:spcBef>
                  <a:spcPct val="0"/>
                </a:spcBef>
                <a:buClrTx/>
                <a:buFontTx/>
                <a:buNone/>
              </a:pPr>
              <a:endParaRPr lang="fr-FR" altLang="fr-FR" sz="1800" b="0">
                <a:latin typeface="Arial" panose="020B0604020202020204" pitchFamily="34" charset="0"/>
              </a:endParaRPr>
            </a:p>
          </p:txBody>
        </p:sp>
        <p:sp>
          <p:nvSpPr>
            <p:cNvPr id="9250" name="Oval 76">
              <a:extLst>
                <a:ext uri="{FF2B5EF4-FFF2-40B4-BE49-F238E27FC236}">
                  <a16:creationId xmlns:a16="http://schemas.microsoft.com/office/drawing/2014/main" id="{7508B2AE-B6AC-EEC0-4137-C680C9B09E86}"/>
                </a:ext>
              </a:extLst>
            </p:cNvPr>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Clr>
                  <a:schemeClr val="hlink"/>
                </a:buClr>
                <a:buFont typeface="Wingdings" panose="05000000000000000000" pitchFamily="2" charset="2"/>
                <a:buChar char="v"/>
                <a:defRPr sz="2400" b="1">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chemeClr val="tx1"/>
                </a:buClr>
                <a:buChar char="•"/>
                <a:defRPr sz="2100">
                  <a:solidFill>
                    <a:schemeClr val="tx1"/>
                  </a:solidFill>
                  <a:latin typeface="Arial" panose="020B0604020202020204" pitchFamily="34" charset="0"/>
                </a:defRPr>
              </a:lvl3pPr>
              <a:lvl4pPr marL="1600200" indent="-228600">
                <a:spcBef>
                  <a:spcPct val="20000"/>
                </a:spcBef>
                <a:buChar char="–"/>
                <a:defRPr sz="2100">
                  <a:solidFill>
                    <a:schemeClr val="tx1"/>
                  </a:solidFill>
                  <a:latin typeface="Arial" panose="020B0604020202020204" pitchFamily="34" charset="0"/>
                </a:defRPr>
              </a:lvl4pPr>
              <a:lvl5pPr marL="2057400" indent="-228600">
                <a:spcBef>
                  <a:spcPct val="20000"/>
                </a:spcBef>
                <a:buChar char="»"/>
                <a:defRPr sz="21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1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1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1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100">
                  <a:solidFill>
                    <a:schemeClr val="tx1"/>
                  </a:solidFill>
                  <a:latin typeface="Arial" panose="020B0604020202020204" pitchFamily="34" charset="0"/>
                </a:defRPr>
              </a:lvl9pPr>
            </a:lstStyle>
            <a:p>
              <a:pPr eaLnBrk="1" hangingPunct="1">
                <a:spcBef>
                  <a:spcPct val="0"/>
                </a:spcBef>
                <a:buClrTx/>
                <a:buFontTx/>
                <a:buNone/>
              </a:pPr>
              <a:endParaRPr lang="fr-FR" altLang="fr-FR" sz="1800" b="0">
                <a:latin typeface="Arial" panose="020B0604020202020204" pitchFamily="34" charset="0"/>
              </a:endParaRPr>
            </a:p>
          </p:txBody>
        </p:sp>
        <p:sp>
          <p:nvSpPr>
            <p:cNvPr id="59" name="Oval 77">
              <a:extLst>
                <a:ext uri="{FF2B5EF4-FFF2-40B4-BE49-F238E27FC236}">
                  <a16:creationId xmlns:a16="http://schemas.microsoft.com/office/drawing/2014/main" id="{1A45A5E0-2F9F-C517-3708-D7B4FF37F867}"/>
                </a:ext>
              </a:extLst>
            </p:cNvPr>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headEnd/>
              <a:tailEnd/>
            </a:ln>
            <a:effectLst/>
          </p:spPr>
          <p:txBody>
            <a:bodyPr wrap="none" anchor="ctr">
              <a:spAutoFit/>
            </a:bodyPr>
            <a:lstStyle/>
            <a:p>
              <a:pPr eaLnBrk="1" hangingPunct="1">
                <a:defRPr/>
              </a:pPr>
              <a:endParaRPr lang="fr-FR">
                <a:latin typeface="Arial" charset="0"/>
                <a:cs typeface="Arial" charset="0"/>
              </a:endParaRPr>
            </a:p>
          </p:txBody>
        </p:sp>
        <p:sp>
          <p:nvSpPr>
            <p:cNvPr id="9252" name="Oval 78">
              <a:extLst>
                <a:ext uri="{FF2B5EF4-FFF2-40B4-BE49-F238E27FC236}">
                  <a16:creationId xmlns:a16="http://schemas.microsoft.com/office/drawing/2014/main" id="{8F4A6512-39CA-1143-686B-C5E0075C3650}"/>
                </a:ext>
              </a:extLst>
            </p:cNvPr>
            <p:cNvSpPr>
              <a:spLocks noChangeArrowheads="1"/>
            </p:cNvSpPr>
            <p:nvPr/>
          </p:nvSpPr>
          <p:spPr bwMode="gray">
            <a:xfrm>
              <a:off x="2254" y="1387"/>
              <a:ext cx="1101" cy="2201"/>
            </a:xfrm>
            <a:prstGeom prst="ellipse">
              <a:avLst/>
            </a:prstGeom>
            <a:gradFill rotWithShape="1">
              <a:gsLst>
                <a:gs pos="0">
                  <a:srgbClr val="000000"/>
                </a:gs>
                <a:gs pos="100000">
                  <a:srgbClr val="8D67E1"/>
                </a:gs>
              </a:gsLst>
              <a:lin ang="2700000" scaled="1"/>
            </a:gradFill>
            <a:ln>
              <a:noFill/>
            </a:ln>
            <a:extLst>
              <a:ext uri="{91240B29-F687-4F45-9708-019B960494DF}">
                <a14:hiddenLine xmlns:a14="http://schemas.microsoft.com/office/drawing/2010/main" w="38100" algn="ctr">
                  <a:solidFill>
                    <a:srgbClr val="000000"/>
                  </a:solidFill>
                  <a:round/>
                  <a:headEnd/>
                  <a:tailEnd/>
                </a14:hiddenLine>
              </a:ext>
            </a:extLst>
          </p:spPr>
          <p:txBody>
            <a:bodyPr wrap="none" anchor="ctr">
              <a:spAutoFit/>
            </a:bodyPr>
            <a:lstStyle>
              <a:lvl1pPr>
                <a:spcBef>
                  <a:spcPct val="20000"/>
                </a:spcBef>
                <a:buClr>
                  <a:schemeClr val="hlink"/>
                </a:buClr>
                <a:buFont typeface="Wingdings" panose="05000000000000000000" pitchFamily="2" charset="2"/>
                <a:buChar char="v"/>
                <a:defRPr sz="2400" b="1">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chemeClr val="tx1"/>
                </a:buClr>
                <a:buChar char="•"/>
                <a:defRPr sz="2100">
                  <a:solidFill>
                    <a:schemeClr val="tx1"/>
                  </a:solidFill>
                  <a:latin typeface="Arial" panose="020B0604020202020204" pitchFamily="34" charset="0"/>
                </a:defRPr>
              </a:lvl3pPr>
              <a:lvl4pPr marL="1600200" indent="-228600">
                <a:spcBef>
                  <a:spcPct val="20000"/>
                </a:spcBef>
                <a:buChar char="–"/>
                <a:defRPr sz="2100">
                  <a:solidFill>
                    <a:schemeClr val="tx1"/>
                  </a:solidFill>
                  <a:latin typeface="Arial" panose="020B0604020202020204" pitchFamily="34" charset="0"/>
                </a:defRPr>
              </a:lvl4pPr>
              <a:lvl5pPr marL="2057400" indent="-228600">
                <a:spcBef>
                  <a:spcPct val="20000"/>
                </a:spcBef>
                <a:buChar char="»"/>
                <a:defRPr sz="21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1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1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1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100">
                  <a:solidFill>
                    <a:schemeClr val="tx1"/>
                  </a:solidFill>
                  <a:latin typeface="Arial" panose="020B0604020202020204" pitchFamily="34" charset="0"/>
                </a:defRPr>
              </a:lvl9pPr>
            </a:lstStyle>
            <a:p>
              <a:pPr eaLnBrk="1" hangingPunct="1">
                <a:spcBef>
                  <a:spcPct val="0"/>
                </a:spcBef>
                <a:buClrTx/>
                <a:buFontTx/>
                <a:buNone/>
              </a:pPr>
              <a:endParaRPr lang="fr-FR" altLang="fr-FR" sz="1800" b="0">
                <a:latin typeface="Arial" panose="020B0604020202020204" pitchFamily="34" charset="0"/>
              </a:endParaRPr>
            </a:p>
          </p:txBody>
        </p:sp>
        <p:sp>
          <p:nvSpPr>
            <p:cNvPr id="61" name="Oval 79">
              <a:extLst>
                <a:ext uri="{FF2B5EF4-FFF2-40B4-BE49-F238E27FC236}">
                  <a16:creationId xmlns:a16="http://schemas.microsoft.com/office/drawing/2014/main" id="{BACDFD96-FDFA-CFAA-7644-483FCFAF122C}"/>
                </a:ext>
              </a:extLst>
            </p:cNvPr>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headEnd/>
              <a:tailEnd/>
            </a:ln>
            <a:effectLst/>
          </p:spPr>
          <p:txBody>
            <a:bodyPr anchor="ctr">
              <a:spAutoFit/>
            </a:bodyPr>
            <a:lstStyle/>
            <a:p>
              <a:pPr eaLnBrk="1" hangingPunct="1">
                <a:defRPr/>
              </a:pPr>
              <a:endParaRPr lang="fr-FR">
                <a:latin typeface="Arial" charset="0"/>
                <a:cs typeface="Arial" charset="0"/>
              </a:endParaRPr>
            </a:p>
          </p:txBody>
        </p:sp>
        <p:sp>
          <p:nvSpPr>
            <p:cNvPr id="9254" name="Oval 80">
              <a:extLst>
                <a:ext uri="{FF2B5EF4-FFF2-40B4-BE49-F238E27FC236}">
                  <a16:creationId xmlns:a16="http://schemas.microsoft.com/office/drawing/2014/main" id="{A1782CB6-4AAD-0802-ADBA-1FEA4A161746}"/>
                </a:ext>
              </a:extLst>
            </p:cNvPr>
            <p:cNvSpPr>
              <a:spLocks noChangeArrowheads="1"/>
            </p:cNvSpPr>
            <p:nvPr/>
          </p:nvSpPr>
          <p:spPr bwMode="gray">
            <a:xfrm>
              <a:off x="2337" y="1387"/>
              <a:ext cx="1096" cy="2201"/>
            </a:xfrm>
            <a:prstGeom prst="ellipse">
              <a:avLst/>
            </a:prstGeom>
            <a:gradFill rotWithShape="1">
              <a:gsLst>
                <a:gs pos="0">
                  <a:srgbClr val="8D67E1"/>
                </a:gs>
                <a:gs pos="100000">
                  <a:srgbClr val="45326D"/>
                </a:gs>
              </a:gsLst>
              <a:lin ang="2700000" scaled="1"/>
            </a:gradFill>
            <a:ln>
              <a:noFill/>
            </a:ln>
            <a:extLst>
              <a:ext uri="{91240B29-F687-4F45-9708-019B960494DF}">
                <a14:hiddenLine xmlns:a14="http://schemas.microsoft.com/office/drawing/2010/main" w="38100" algn="ctr">
                  <a:solidFill>
                    <a:srgbClr val="000000"/>
                  </a:solidFill>
                  <a:round/>
                  <a:headEnd/>
                  <a:tailEnd/>
                </a14:hiddenLine>
              </a:ext>
            </a:extLst>
          </p:spPr>
          <p:txBody>
            <a:bodyPr anchor="ctr">
              <a:spAutoFit/>
            </a:bodyPr>
            <a:lstStyle>
              <a:lvl1pPr>
                <a:spcBef>
                  <a:spcPct val="20000"/>
                </a:spcBef>
                <a:buClr>
                  <a:schemeClr val="hlink"/>
                </a:buClr>
                <a:buFont typeface="Wingdings" panose="05000000000000000000" pitchFamily="2" charset="2"/>
                <a:buChar char="v"/>
                <a:defRPr sz="2400" b="1">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chemeClr val="tx1"/>
                </a:buClr>
                <a:buChar char="•"/>
                <a:defRPr sz="2100">
                  <a:solidFill>
                    <a:schemeClr val="tx1"/>
                  </a:solidFill>
                  <a:latin typeface="Arial" panose="020B0604020202020204" pitchFamily="34" charset="0"/>
                </a:defRPr>
              </a:lvl3pPr>
              <a:lvl4pPr marL="1600200" indent="-228600">
                <a:spcBef>
                  <a:spcPct val="20000"/>
                </a:spcBef>
                <a:buChar char="–"/>
                <a:defRPr sz="2100">
                  <a:solidFill>
                    <a:schemeClr val="tx1"/>
                  </a:solidFill>
                  <a:latin typeface="Arial" panose="020B0604020202020204" pitchFamily="34" charset="0"/>
                </a:defRPr>
              </a:lvl4pPr>
              <a:lvl5pPr marL="2057400" indent="-228600">
                <a:spcBef>
                  <a:spcPct val="20000"/>
                </a:spcBef>
                <a:buChar char="»"/>
                <a:defRPr sz="21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1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1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1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100">
                  <a:solidFill>
                    <a:schemeClr val="tx1"/>
                  </a:solidFill>
                  <a:latin typeface="Arial" panose="020B0604020202020204" pitchFamily="34" charset="0"/>
                </a:defRPr>
              </a:lvl9pPr>
            </a:lstStyle>
            <a:p>
              <a:pPr eaLnBrk="1" hangingPunct="1">
                <a:spcBef>
                  <a:spcPct val="0"/>
                </a:spcBef>
                <a:buClrTx/>
                <a:buFontTx/>
                <a:buNone/>
              </a:pPr>
              <a:endParaRPr lang="fr-FR" altLang="fr-FR" sz="1800" b="0">
                <a:latin typeface="Arial" panose="020B0604020202020204" pitchFamily="34" charset="0"/>
              </a:endParaRPr>
            </a:p>
          </p:txBody>
        </p:sp>
      </p:grpSp>
      <p:grpSp>
        <p:nvGrpSpPr>
          <p:cNvPr id="9234" name="Group 81">
            <a:extLst>
              <a:ext uri="{FF2B5EF4-FFF2-40B4-BE49-F238E27FC236}">
                <a16:creationId xmlns:a16="http://schemas.microsoft.com/office/drawing/2014/main" id="{74245FC9-39FC-E47A-63BE-0B2B73972798}"/>
              </a:ext>
            </a:extLst>
          </p:cNvPr>
          <p:cNvGrpSpPr>
            <a:grpSpLocks/>
          </p:cNvGrpSpPr>
          <p:nvPr/>
        </p:nvGrpSpPr>
        <p:grpSpPr bwMode="auto">
          <a:xfrm>
            <a:off x="2809875" y="5544278"/>
            <a:ext cx="355600" cy="519245"/>
            <a:chOff x="2078" y="1387"/>
            <a:chExt cx="1615" cy="2201"/>
          </a:xfrm>
        </p:grpSpPr>
        <p:sp>
          <p:nvSpPr>
            <p:cNvPr id="9243" name="Oval 82">
              <a:extLst>
                <a:ext uri="{FF2B5EF4-FFF2-40B4-BE49-F238E27FC236}">
                  <a16:creationId xmlns:a16="http://schemas.microsoft.com/office/drawing/2014/main" id="{C84C19F3-5FFE-36E8-DB14-05282E103023}"/>
                </a:ext>
              </a:extLst>
            </p:cNvPr>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57150" algn="ctr">
                  <a:solidFill>
                    <a:srgbClr val="000000"/>
                  </a:solidFill>
                  <a:round/>
                  <a:headEnd/>
                  <a:tailEnd/>
                </a14:hiddenLine>
              </a:ext>
            </a:extLst>
          </p:spPr>
          <p:txBody>
            <a:bodyPr wrap="none" anchor="ctr"/>
            <a:lstStyle>
              <a:lvl1pPr>
                <a:spcBef>
                  <a:spcPct val="20000"/>
                </a:spcBef>
                <a:buClr>
                  <a:schemeClr val="hlink"/>
                </a:buClr>
                <a:buFont typeface="Wingdings" panose="05000000000000000000" pitchFamily="2" charset="2"/>
                <a:buChar char="v"/>
                <a:defRPr sz="2400" b="1">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chemeClr val="tx1"/>
                </a:buClr>
                <a:buChar char="•"/>
                <a:defRPr sz="2100">
                  <a:solidFill>
                    <a:schemeClr val="tx1"/>
                  </a:solidFill>
                  <a:latin typeface="Arial" panose="020B0604020202020204" pitchFamily="34" charset="0"/>
                </a:defRPr>
              </a:lvl3pPr>
              <a:lvl4pPr marL="1600200" indent="-228600">
                <a:spcBef>
                  <a:spcPct val="20000"/>
                </a:spcBef>
                <a:buChar char="–"/>
                <a:defRPr sz="2100">
                  <a:solidFill>
                    <a:schemeClr val="tx1"/>
                  </a:solidFill>
                  <a:latin typeface="Arial" panose="020B0604020202020204" pitchFamily="34" charset="0"/>
                </a:defRPr>
              </a:lvl4pPr>
              <a:lvl5pPr marL="2057400" indent="-228600">
                <a:spcBef>
                  <a:spcPct val="20000"/>
                </a:spcBef>
                <a:buChar char="»"/>
                <a:defRPr sz="21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1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1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1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100">
                  <a:solidFill>
                    <a:schemeClr val="tx1"/>
                  </a:solidFill>
                  <a:latin typeface="Arial" panose="020B0604020202020204" pitchFamily="34" charset="0"/>
                </a:defRPr>
              </a:lvl9pPr>
            </a:lstStyle>
            <a:p>
              <a:pPr eaLnBrk="1" hangingPunct="1">
                <a:spcBef>
                  <a:spcPct val="0"/>
                </a:spcBef>
                <a:buClrTx/>
                <a:buFontTx/>
                <a:buNone/>
              </a:pPr>
              <a:endParaRPr lang="fr-FR" altLang="fr-FR" sz="1800" b="0">
                <a:latin typeface="Arial" panose="020B0604020202020204" pitchFamily="34" charset="0"/>
              </a:endParaRPr>
            </a:p>
          </p:txBody>
        </p:sp>
        <p:sp>
          <p:nvSpPr>
            <p:cNvPr id="9244" name="Oval 83">
              <a:extLst>
                <a:ext uri="{FF2B5EF4-FFF2-40B4-BE49-F238E27FC236}">
                  <a16:creationId xmlns:a16="http://schemas.microsoft.com/office/drawing/2014/main" id="{22189B9A-C5B5-F00B-DBE3-C9A6C59FF27E}"/>
                </a:ext>
              </a:extLst>
            </p:cNvPr>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Clr>
                  <a:schemeClr val="hlink"/>
                </a:buClr>
                <a:buFont typeface="Wingdings" panose="05000000000000000000" pitchFamily="2" charset="2"/>
                <a:buChar char="v"/>
                <a:defRPr sz="2400" b="1">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chemeClr val="tx1"/>
                </a:buClr>
                <a:buChar char="•"/>
                <a:defRPr sz="2100">
                  <a:solidFill>
                    <a:schemeClr val="tx1"/>
                  </a:solidFill>
                  <a:latin typeface="Arial" panose="020B0604020202020204" pitchFamily="34" charset="0"/>
                </a:defRPr>
              </a:lvl3pPr>
              <a:lvl4pPr marL="1600200" indent="-228600">
                <a:spcBef>
                  <a:spcPct val="20000"/>
                </a:spcBef>
                <a:buChar char="–"/>
                <a:defRPr sz="2100">
                  <a:solidFill>
                    <a:schemeClr val="tx1"/>
                  </a:solidFill>
                  <a:latin typeface="Arial" panose="020B0604020202020204" pitchFamily="34" charset="0"/>
                </a:defRPr>
              </a:lvl4pPr>
              <a:lvl5pPr marL="2057400" indent="-228600">
                <a:spcBef>
                  <a:spcPct val="20000"/>
                </a:spcBef>
                <a:buChar char="»"/>
                <a:defRPr sz="21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1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1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1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100">
                  <a:solidFill>
                    <a:schemeClr val="tx1"/>
                  </a:solidFill>
                  <a:latin typeface="Arial" panose="020B0604020202020204" pitchFamily="34" charset="0"/>
                </a:defRPr>
              </a:lvl9pPr>
            </a:lstStyle>
            <a:p>
              <a:pPr eaLnBrk="1" hangingPunct="1">
                <a:spcBef>
                  <a:spcPct val="0"/>
                </a:spcBef>
                <a:buClrTx/>
                <a:buFontTx/>
                <a:buNone/>
              </a:pPr>
              <a:endParaRPr lang="fr-FR" altLang="fr-FR" sz="1800" b="0">
                <a:latin typeface="Arial" panose="020B0604020202020204" pitchFamily="34" charset="0"/>
              </a:endParaRPr>
            </a:p>
          </p:txBody>
        </p:sp>
        <p:sp>
          <p:nvSpPr>
            <p:cNvPr id="66" name="Oval 84">
              <a:extLst>
                <a:ext uri="{FF2B5EF4-FFF2-40B4-BE49-F238E27FC236}">
                  <a16:creationId xmlns:a16="http://schemas.microsoft.com/office/drawing/2014/main" id="{A409E55A-3C81-73F5-1A1C-43E04901862F}"/>
                </a:ext>
              </a:extLst>
            </p:cNvPr>
            <p:cNvSpPr>
              <a:spLocks noChangeArrowheads="1"/>
            </p:cNvSpPr>
            <p:nvPr/>
          </p:nvSpPr>
          <p:spPr bwMode="gray">
            <a:xfrm>
              <a:off x="2251" y="1387"/>
              <a:ext cx="1180"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headEnd/>
              <a:tailEnd/>
            </a:ln>
            <a:effectLst/>
          </p:spPr>
          <p:txBody>
            <a:bodyPr wrap="none" anchor="ctr">
              <a:spAutoFit/>
            </a:bodyPr>
            <a:lstStyle/>
            <a:p>
              <a:pPr eaLnBrk="1" hangingPunct="1">
                <a:defRPr/>
              </a:pPr>
              <a:endParaRPr lang="fr-FR">
                <a:latin typeface="Arial" charset="0"/>
                <a:cs typeface="Arial" charset="0"/>
              </a:endParaRPr>
            </a:p>
          </p:txBody>
        </p:sp>
        <p:sp>
          <p:nvSpPr>
            <p:cNvPr id="9246" name="Oval 85">
              <a:extLst>
                <a:ext uri="{FF2B5EF4-FFF2-40B4-BE49-F238E27FC236}">
                  <a16:creationId xmlns:a16="http://schemas.microsoft.com/office/drawing/2014/main" id="{686E1DC1-E4EF-4C07-F7F7-28750B2CF725}"/>
                </a:ext>
              </a:extLst>
            </p:cNvPr>
            <p:cNvSpPr>
              <a:spLocks noChangeArrowheads="1"/>
            </p:cNvSpPr>
            <p:nvPr/>
          </p:nvSpPr>
          <p:spPr bwMode="gray">
            <a:xfrm>
              <a:off x="2254" y="1387"/>
              <a:ext cx="1180" cy="2201"/>
            </a:xfrm>
            <a:prstGeom prst="ellipse">
              <a:avLst/>
            </a:prstGeom>
            <a:gradFill rotWithShape="1">
              <a:gsLst>
                <a:gs pos="0">
                  <a:srgbClr val="000000"/>
                </a:gs>
                <a:gs pos="100000">
                  <a:srgbClr val="E35E23"/>
                </a:gs>
              </a:gsLst>
              <a:lin ang="2700000" scaled="1"/>
            </a:gradFill>
            <a:ln>
              <a:noFill/>
            </a:ln>
            <a:extLst>
              <a:ext uri="{91240B29-F687-4F45-9708-019B960494DF}">
                <a14:hiddenLine xmlns:a14="http://schemas.microsoft.com/office/drawing/2010/main" w="38100" algn="ctr">
                  <a:solidFill>
                    <a:srgbClr val="000000"/>
                  </a:solidFill>
                  <a:round/>
                  <a:headEnd/>
                  <a:tailEnd/>
                </a14:hiddenLine>
              </a:ext>
            </a:extLst>
          </p:spPr>
          <p:txBody>
            <a:bodyPr wrap="none" anchor="ctr">
              <a:spAutoFit/>
            </a:bodyPr>
            <a:lstStyle>
              <a:lvl1pPr>
                <a:spcBef>
                  <a:spcPct val="20000"/>
                </a:spcBef>
                <a:buClr>
                  <a:schemeClr val="hlink"/>
                </a:buClr>
                <a:buFont typeface="Wingdings" panose="05000000000000000000" pitchFamily="2" charset="2"/>
                <a:buChar char="v"/>
                <a:defRPr sz="2400" b="1">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chemeClr val="tx1"/>
                </a:buClr>
                <a:buChar char="•"/>
                <a:defRPr sz="2100">
                  <a:solidFill>
                    <a:schemeClr val="tx1"/>
                  </a:solidFill>
                  <a:latin typeface="Arial" panose="020B0604020202020204" pitchFamily="34" charset="0"/>
                </a:defRPr>
              </a:lvl3pPr>
              <a:lvl4pPr marL="1600200" indent="-228600">
                <a:spcBef>
                  <a:spcPct val="20000"/>
                </a:spcBef>
                <a:buChar char="–"/>
                <a:defRPr sz="2100">
                  <a:solidFill>
                    <a:schemeClr val="tx1"/>
                  </a:solidFill>
                  <a:latin typeface="Arial" panose="020B0604020202020204" pitchFamily="34" charset="0"/>
                </a:defRPr>
              </a:lvl4pPr>
              <a:lvl5pPr marL="2057400" indent="-228600">
                <a:spcBef>
                  <a:spcPct val="20000"/>
                </a:spcBef>
                <a:buChar char="»"/>
                <a:defRPr sz="21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1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1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1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100">
                  <a:solidFill>
                    <a:schemeClr val="tx1"/>
                  </a:solidFill>
                  <a:latin typeface="Arial" panose="020B0604020202020204" pitchFamily="34" charset="0"/>
                </a:defRPr>
              </a:lvl9pPr>
            </a:lstStyle>
            <a:p>
              <a:pPr eaLnBrk="1" hangingPunct="1">
                <a:spcBef>
                  <a:spcPct val="0"/>
                </a:spcBef>
                <a:buClrTx/>
                <a:buFontTx/>
                <a:buNone/>
              </a:pPr>
              <a:endParaRPr lang="fr-FR" altLang="fr-FR" sz="1800" b="0">
                <a:latin typeface="Arial" panose="020B0604020202020204" pitchFamily="34" charset="0"/>
              </a:endParaRPr>
            </a:p>
          </p:txBody>
        </p:sp>
        <p:sp>
          <p:nvSpPr>
            <p:cNvPr id="68" name="Oval 86">
              <a:extLst>
                <a:ext uri="{FF2B5EF4-FFF2-40B4-BE49-F238E27FC236}">
                  <a16:creationId xmlns:a16="http://schemas.microsoft.com/office/drawing/2014/main" id="{7628FCB2-682A-C7B7-E832-8B2E4E2CD20D}"/>
                </a:ext>
              </a:extLst>
            </p:cNvPr>
            <p:cNvSpPr>
              <a:spLocks noChangeArrowheads="1"/>
            </p:cNvSpPr>
            <p:nvPr/>
          </p:nvSpPr>
          <p:spPr bwMode="gray">
            <a:xfrm>
              <a:off x="2338" y="1387"/>
              <a:ext cx="1096"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headEnd/>
              <a:tailEnd/>
            </a:ln>
            <a:effectLst/>
          </p:spPr>
          <p:txBody>
            <a:bodyPr anchor="ctr">
              <a:spAutoFit/>
            </a:bodyPr>
            <a:lstStyle/>
            <a:p>
              <a:pPr eaLnBrk="1" hangingPunct="1">
                <a:defRPr/>
              </a:pPr>
              <a:endParaRPr lang="fr-FR">
                <a:latin typeface="Arial" charset="0"/>
                <a:cs typeface="Arial" charset="0"/>
              </a:endParaRPr>
            </a:p>
          </p:txBody>
        </p:sp>
        <p:sp>
          <p:nvSpPr>
            <p:cNvPr id="9248" name="Oval 87">
              <a:extLst>
                <a:ext uri="{FF2B5EF4-FFF2-40B4-BE49-F238E27FC236}">
                  <a16:creationId xmlns:a16="http://schemas.microsoft.com/office/drawing/2014/main" id="{A618C6D8-A831-C9BD-B178-697DAC51B9CF}"/>
                </a:ext>
              </a:extLst>
            </p:cNvPr>
            <p:cNvSpPr>
              <a:spLocks noChangeArrowheads="1"/>
            </p:cNvSpPr>
            <p:nvPr/>
          </p:nvSpPr>
          <p:spPr bwMode="gray">
            <a:xfrm>
              <a:off x="2337" y="1387"/>
              <a:ext cx="1096" cy="2201"/>
            </a:xfrm>
            <a:prstGeom prst="ellipse">
              <a:avLst/>
            </a:prstGeom>
            <a:gradFill rotWithShape="1">
              <a:gsLst>
                <a:gs pos="0">
                  <a:srgbClr val="E35E23"/>
                </a:gs>
                <a:gs pos="100000">
                  <a:srgbClr val="6E2E11"/>
                </a:gs>
              </a:gsLst>
              <a:lin ang="2700000" scaled="1"/>
            </a:gradFill>
            <a:ln>
              <a:noFill/>
            </a:ln>
            <a:extLst>
              <a:ext uri="{91240B29-F687-4F45-9708-019B960494DF}">
                <a14:hiddenLine xmlns:a14="http://schemas.microsoft.com/office/drawing/2010/main" w="38100" algn="ctr">
                  <a:solidFill>
                    <a:srgbClr val="000000"/>
                  </a:solidFill>
                  <a:round/>
                  <a:headEnd/>
                  <a:tailEnd/>
                </a14:hiddenLine>
              </a:ext>
            </a:extLst>
          </p:spPr>
          <p:txBody>
            <a:bodyPr anchor="ctr">
              <a:spAutoFit/>
            </a:bodyPr>
            <a:lstStyle>
              <a:lvl1pPr>
                <a:spcBef>
                  <a:spcPct val="20000"/>
                </a:spcBef>
                <a:buClr>
                  <a:schemeClr val="hlink"/>
                </a:buClr>
                <a:buFont typeface="Wingdings" panose="05000000000000000000" pitchFamily="2" charset="2"/>
                <a:buChar char="v"/>
                <a:defRPr sz="2400" b="1">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chemeClr val="tx1"/>
                </a:buClr>
                <a:buChar char="•"/>
                <a:defRPr sz="2100">
                  <a:solidFill>
                    <a:schemeClr val="tx1"/>
                  </a:solidFill>
                  <a:latin typeface="Arial" panose="020B0604020202020204" pitchFamily="34" charset="0"/>
                </a:defRPr>
              </a:lvl3pPr>
              <a:lvl4pPr marL="1600200" indent="-228600">
                <a:spcBef>
                  <a:spcPct val="20000"/>
                </a:spcBef>
                <a:buChar char="–"/>
                <a:defRPr sz="2100">
                  <a:solidFill>
                    <a:schemeClr val="tx1"/>
                  </a:solidFill>
                  <a:latin typeface="Arial" panose="020B0604020202020204" pitchFamily="34" charset="0"/>
                </a:defRPr>
              </a:lvl4pPr>
              <a:lvl5pPr marL="2057400" indent="-228600">
                <a:spcBef>
                  <a:spcPct val="20000"/>
                </a:spcBef>
                <a:buChar char="»"/>
                <a:defRPr sz="21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1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1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1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100">
                  <a:solidFill>
                    <a:schemeClr val="tx1"/>
                  </a:solidFill>
                  <a:latin typeface="Arial" panose="020B0604020202020204" pitchFamily="34" charset="0"/>
                </a:defRPr>
              </a:lvl9pPr>
            </a:lstStyle>
            <a:p>
              <a:pPr eaLnBrk="1" hangingPunct="1">
                <a:spcBef>
                  <a:spcPct val="0"/>
                </a:spcBef>
                <a:buClrTx/>
                <a:buFontTx/>
                <a:buNone/>
              </a:pPr>
              <a:endParaRPr lang="fr-FR" altLang="fr-FR" sz="1800" b="0">
                <a:latin typeface="Arial" panose="020B0604020202020204" pitchFamily="34" charset="0"/>
              </a:endParaRPr>
            </a:p>
          </p:txBody>
        </p:sp>
      </p:grpSp>
      <p:sp>
        <p:nvSpPr>
          <p:cNvPr id="5139" name="AutoShape 52">
            <a:extLst>
              <a:ext uri="{FF2B5EF4-FFF2-40B4-BE49-F238E27FC236}">
                <a16:creationId xmlns:a16="http://schemas.microsoft.com/office/drawing/2014/main" id="{3B3F9671-30C8-3F43-F25D-288F023FB7A1}"/>
              </a:ext>
            </a:extLst>
          </p:cNvPr>
          <p:cNvSpPr>
            <a:spLocks noChangeArrowheads="1"/>
          </p:cNvSpPr>
          <p:nvPr/>
        </p:nvSpPr>
        <p:spPr bwMode="gray">
          <a:xfrm>
            <a:off x="3595688" y="2135188"/>
            <a:ext cx="4419600" cy="508000"/>
          </a:xfrm>
          <a:prstGeom prst="roundRect">
            <a:avLst>
              <a:gd name="adj" fmla="val 50000"/>
            </a:avLst>
          </a:prstGeom>
          <a:noFill/>
          <a:ln w="28575" algn="ctr">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Font typeface="Wingdings" panose="05000000000000000000" pitchFamily="2" charset="2"/>
              <a:buChar char="v"/>
              <a:defRPr sz="2400" b="1">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chemeClr val="tx1"/>
              </a:buClr>
              <a:buChar char="•"/>
              <a:defRPr sz="2100">
                <a:solidFill>
                  <a:schemeClr val="tx1"/>
                </a:solidFill>
                <a:latin typeface="Arial" panose="020B0604020202020204" pitchFamily="34" charset="0"/>
              </a:defRPr>
            </a:lvl3pPr>
            <a:lvl4pPr marL="1600200" indent="-228600">
              <a:spcBef>
                <a:spcPct val="20000"/>
              </a:spcBef>
              <a:buChar char="–"/>
              <a:defRPr sz="2100">
                <a:solidFill>
                  <a:schemeClr val="tx1"/>
                </a:solidFill>
                <a:latin typeface="Arial" panose="020B0604020202020204" pitchFamily="34" charset="0"/>
              </a:defRPr>
            </a:lvl4pPr>
            <a:lvl5pPr marL="2057400" indent="-228600">
              <a:spcBef>
                <a:spcPct val="20000"/>
              </a:spcBef>
              <a:buChar char="»"/>
              <a:defRPr sz="21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1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1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1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100">
                <a:solidFill>
                  <a:schemeClr val="tx1"/>
                </a:solidFill>
                <a:latin typeface="Arial" panose="020B0604020202020204" pitchFamily="34" charset="0"/>
              </a:defRPr>
            </a:lvl9pPr>
          </a:lstStyle>
          <a:p>
            <a:pPr algn="ctr">
              <a:spcBef>
                <a:spcPct val="0"/>
              </a:spcBef>
              <a:buClrTx/>
              <a:buFontTx/>
              <a:buNone/>
            </a:pPr>
            <a:r>
              <a:rPr lang="fr-FR" altLang="fr-FR" dirty="0">
                <a:solidFill>
                  <a:schemeClr val="bg1"/>
                </a:solidFill>
                <a:latin typeface="Constantia" panose="02030602050306030303" pitchFamily="18" charset="0"/>
              </a:rPr>
              <a:t>Problématique et objectifs</a:t>
            </a:r>
          </a:p>
        </p:txBody>
      </p:sp>
      <p:grpSp>
        <p:nvGrpSpPr>
          <p:cNvPr id="9236" name="Group 53">
            <a:extLst>
              <a:ext uri="{FF2B5EF4-FFF2-40B4-BE49-F238E27FC236}">
                <a16:creationId xmlns:a16="http://schemas.microsoft.com/office/drawing/2014/main" id="{56B1A51F-B5EA-C1F8-0F31-AB067B4FA191}"/>
              </a:ext>
            </a:extLst>
          </p:cNvPr>
          <p:cNvGrpSpPr>
            <a:grpSpLocks/>
          </p:cNvGrpSpPr>
          <p:nvPr/>
        </p:nvGrpSpPr>
        <p:grpSpPr bwMode="auto">
          <a:xfrm>
            <a:off x="3357563" y="2154966"/>
            <a:ext cx="381000" cy="519245"/>
            <a:chOff x="2078" y="1387"/>
            <a:chExt cx="1615" cy="2201"/>
          </a:xfrm>
        </p:grpSpPr>
        <p:sp>
          <p:nvSpPr>
            <p:cNvPr id="9237" name="Oval 54">
              <a:extLst>
                <a:ext uri="{FF2B5EF4-FFF2-40B4-BE49-F238E27FC236}">
                  <a16:creationId xmlns:a16="http://schemas.microsoft.com/office/drawing/2014/main" id="{E8E826CB-4E62-85A9-23DD-CFE69D6464E5}"/>
                </a:ext>
              </a:extLst>
            </p:cNvPr>
            <p:cNvSpPr>
              <a:spLocks noChangeArrowheads="1"/>
            </p:cNvSpPr>
            <p:nvPr/>
          </p:nvSpPr>
          <p:spPr bwMode="gray">
            <a:xfrm>
              <a:off x="2078" y="1680"/>
              <a:ext cx="1615" cy="1615"/>
            </a:xfrm>
            <a:prstGeom prst="ellipse">
              <a:avLst/>
            </a:prstGeom>
            <a:gradFill rotWithShape="1">
              <a:gsLst>
                <a:gs pos="0">
                  <a:srgbClr val="767676"/>
                </a:gs>
                <a:gs pos="50000">
                  <a:srgbClr val="FFFFFF"/>
                </a:gs>
                <a:gs pos="100000">
                  <a:srgbClr val="767676"/>
                </a:gs>
              </a:gsLst>
              <a:lin ang="5400000" scaled="1"/>
            </a:gradFill>
            <a:ln>
              <a:noFill/>
            </a:ln>
            <a:extLst>
              <a:ext uri="{91240B29-F687-4F45-9708-019B960494DF}">
                <a14:hiddenLine xmlns:a14="http://schemas.microsoft.com/office/drawing/2010/main" w="57150" algn="ctr">
                  <a:solidFill>
                    <a:srgbClr val="000000"/>
                  </a:solidFill>
                  <a:round/>
                  <a:headEnd/>
                  <a:tailEnd/>
                </a14:hiddenLine>
              </a:ext>
            </a:extLst>
          </p:spPr>
          <p:txBody>
            <a:bodyPr wrap="none" anchor="ctr"/>
            <a:lstStyle>
              <a:lvl1pPr>
                <a:spcBef>
                  <a:spcPct val="20000"/>
                </a:spcBef>
                <a:buClr>
                  <a:schemeClr val="hlink"/>
                </a:buClr>
                <a:buFont typeface="Wingdings" panose="05000000000000000000" pitchFamily="2" charset="2"/>
                <a:buChar char="v"/>
                <a:defRPr sz="2400" b="1">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chemeClr val="tx1"/>
                </a:buClr>
                <a:buChar char="•"/>
                <a:defRPr sz="2100">
                  <a:solidFill>
                    <a:schemeClr val="tx1"/>
                  </a:solidFill>
                  <a:latin typeface="Arial" panose="020B0604020202020204" pitchFamily="34" charset="0"/>
                </a:defRPr>
              </a:lvl3pPr>
              <a:lvl4pPr marL="1600200" indent="-228600">
                <a:spcBef>
                  <a:spcPct val="20000"/>
                </a:spcBef>
                <a:buChar char="–"/>
                <a:defRPr sz="2100">
                  <a:solidFill>
                    <a:schemeClr val="tx1"/>
                  </a:solidFill>
                  <a:latin typeface="Arial" panose="020B0604020202020204" pitchFamily="34" charset="0"/>
                </a:defRPr>
              </a:lvl4pPr>
              <a:lvl5pPr marL="2057400" indent="-228600">
                <a:spcBef>
                  <a:spcPct val="20000"/>
                </a:spcBef>
                <a:buChar char="»"/>
                <a:defRPr sz="21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1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1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1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100">
                  <a:solidFill>
                    <a:schemeClr val="tx1"/>
                  </a:solidFill>
                  <a:latin typeface="Arial" panose="020B0604020202020204" pitchFamily="34" charset="0"/>
                </a:defRPr>
              </a:lvl9pPr>
            </a:lstStyle>
            <a:p>
              <a:pPr eaLnBrk="1" hangingPunct="1">
                <a:spcBef>
                  <a:spcPct val="0"/>
                </a:spcBef>
                <a:buClrTx/>
                <a:buFontTx/>
                <a:buNone/>
              </a:pPr>
              <a:endParaRPr lang="fr-FR" altLang="fr-FR" sz="1800" b="0">
                <a:latin typeface="Arial" panose="020B0604020202020204" pitchFamily="34" charset="0"/>
              </a:endParaRPr>
            </a:p>
          </p:txBody>
        </p:sp>
        <p:sp>
          <p:nvSpPr>
            <p:cNvPr id="9238" name="Oval 55">
              <a:extLst>
                <a:ext uri="{FF2B5EF4-FFF2-40B4-BE49-F238E27FC236}">
                  <a16:creationId xmlns:a16="http://schemas.microsoft.com/office/drawing/2014/main" id="{855E64E0-084D-EF40-DD13-35D7F6011DF0}"/>
                </a:ext>
              </a:extLst>
            </p:cNvPr>
            <p:cNvSpPr>
              <a:spLocks noChangeArrowheads="1"/>
            </p:cNvSpPr>
            <p:nvPr/>
          </p:nvSpPr>
          <p:spPr bwMode="gray">
            <a:xfrm>
              <a:off x="2170" y="1771"/>
              <a:ext cx="1430" cy="1430"/>
            </a:xfrm>
            <a:prstGeom prst="ellipse">
              <a:avLst/>
            </a:prstGeom>
            <a:gradFill rotWithShape="1">
              <a:gsLst>
                <a:gs pos="0">
                  <a:srgbClr val="A2A2A2"/>
                </a:gs>
                <a:gs pos="50000">
                  <a:srgbClr val="FFFFFF"/>
                </a:gs>
                <a:gs pos="100000">
                  <a:srgbClr val="A2A2A2"/>
                </a:gs>
              </a:gsLst>
              <a:lin ang="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Clr>
                  <a:schemeClr val="hlink"/>
                </a:buClr>
                <a:buFont typeface="Wingdings" panose="05000000000000000000" pitchFamily="2" charset="2"/>
                <a:buChar char="v"/>
                <a:defRPr sz="2400" b="1">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chemeClr val="tx1"/>
                </a:buClr>
                <a:buChar char="•"/>
                <a:defRPr sz="2100">
                  <a:solidFill>
                    <a:schemeClr val="tx1"/>
                  </a:solidFill>
                  <a:latin typeface="Arial" panose="020B0604020202020204" pitchFamily="34" charset="0"/>
                </a:defRPr>
              </a:lvl3pPr>
              <a:lvl4pPr marL="1600200" indent="-228600">
                <a:spcBef>
                  <a:spcPct val="20000"/>
                </a:spcBef>
                <a:buChar char="–"/>
                <a:defRPr sz="2100">
                  <a:solidFill>
                    <a:schemeClr val="tx1"/>
                  </a:solidFill>
                  <a:latin typeface="Arial" panose="020B0604020202020204" pitchFamily="34" charset="0"/>
                </a:defRPr>
              </a:lvl4pPr>
              <a:lvl5pPr marL="2057400" indent="-228600">
                <a:spcBef>
                  <a:spcPct val="20000"/>
                </a:spcBef>
                <a:buChar char="»"/>
                <a:defRPr sz="21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1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1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1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100">
                  <a:solidFill>
                    <a:schemeClr val="tx1"/>
                  </a:solidFill>
                  <a:latin typeface="Arial" panose="020B0604020202020204" pitchFamily="34" charset="0"/>
                </a:defRPr>
              </a:lvl9pPr>
            </a:lstStyle>
            <a:p>
              <a:pPr eaLnBrk="1" hangingPunct="1">
                <a:spcBef>
                  <a:spcPct val="0"/>
                </a:spcBef>
                <a:buClrTx/>
                <a:buFontTx/>
                <a:buNone/>
              </a:pPr>
              <a:endParaRPr lang="fr-FR" altLang="fr-FR" sz="1800" b="0">
                <a:latin typeface="Arial" panose="020B0604020202020204" pitchFamily="34" charset="0"/>
              </a:endParaRPr>
            </a:p>
          </p:txBody>
        </p:sp>
        <p:sp>
          <p:nvSpPr>
            <p:cNvPr id="65" name="Oval 56">
              <a:extLst>
                <a:ext uri="{FF2B5EF4-FFF2-40B4-BE49-F238E27FC236}">
                  <a16:creationId xmlns:a16="http://schemas.microsoft.com/office/drawing/2014/main" id="{D8099761-244C-6639-F480-EF8ECF99606F}"/>
                </a:ext>
              </a:extLst>
            </p:cNvPr>
            <p:cNvSpPr>
              <a:spLocks noChangeArrowheads="1"/>
            </p:cNvSpPr>
            <p:nvPr/>
          </p:nvSpPr>
          <p:spPr bwMode="gray">
            <a:xfrm>
              <a:off x="2253" y="1387"/>
              <a:ext cx="1101" cy="2201"/>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headEnd/>
              <a:tailEnd/>
            </a:ln>
            <a:effectLst/>
          </p:spPr>
          <p:txBody>
            <a:bodyPr wrap="none" anchor="ctr">
              <a:spAutoFit/>
            </a:bodyPr>
            <a:lstStyle/>
            <a:p>
              <a:pPr eaLnBrk="1" hangingPunct="1">
                <a:defRPr/>
              </a:pPr>
              <a:endParaRPr lang="fr-FR">
                <a:latin typeface="Arial" charset="0"/>
                <a:cs typeface="Arial" charset="0"/>
              </a:endParaRPr>
            </a:p>
          </p:txBody>
        </p:sp>
        <p:sp>
          <p:nvSpPr>
            <p:cNvPr id="9240" name="Oval 57">
              <a:extLst>
                <a:ext uri="{FF2B5EF4-FFF2-40B4-BE49-F238E27FC236}">
                  <a16:creationId xmlns:a16="http://schemas.microsoft.com/office/drawing/2014/main" id="{A9FC7B2F-D9E5-CAEB-63E1-35222FECCAEF}"/>
                </a:ext>
              </a:extLst>
            </p:cNvPr>
            <p:cNvSpPr>
              <a:spLocks noChangeArrowheads="1"/>
            </p:cNvSpPr>
            <p:nvPr/>
          </p:nvSpPr>
          <p:spPr bwMode="gray">
            <a:xfrm>
              <a:off x="2254" y="1387"/>
              <a:ext cx="1101" cy="2201"/>
            </a:xfrm>
            <a:prstGeom prst="ellipse">
              <a:avLst/>
            </a:prstGeom>
            <a:gradFill rotWithShape="1">
              <a:gsLst>
                <a:gs pos="0">
                  <a:srgbClr val="000000"/>
                </a:gs>
                <a:gs pos="100000">
                  <a:srgbClr val="FFCC00"/>
                </a:gs>
              </a:gsLst>
              <a:lin ang="2700000" scaled="1"/>
            </a:gradFill>
            <a:ln>
              <a:noFill/>
            </a:ln>
            <a:extLst>
              <a:ext uri="{91240B29-F687-4F45-9708-019B960494DF}">
                <a14:hiddenLine xmlns:a14="http://schemas.microsoft.com/office/drawing/2010/main" w="38100" algn="ctr">
                  <a:solidFill>
                    <a:srgbClr val="000000"/>
                  </a:solidFill>
                  <a:round/>
                  <a:headEnd/>
                  <a:tailEnd/>
                </a14:hiddenLine>
              </a:ext>
            </a:extLst>
          </p:spPr>
          <p:txBody>
            <a:bodyPr wrap="none" anchor="ctr">
              <a:spAutoFit/>
            </a:bodyPr>
            <a:lstStyle>
              <a:lvl1pPr>
                <a:spcBef>
                  <a:spcPct val="20000"/>
                </a:spcBef>
                <a:buClr>
                  <a:schemeClr val="hlink"/>
                </a:buClr>
                <a:buFont typeface="Wingdings" panose="05000000000000000000" pitchFamily="2" charset="2"/>
                <a:buChar char="v"/>
                <a:defRPr sz="2400" b="1">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chemeClr val="tx1"/>
                </a:buClr>
                <a:buChar char="•"/>
                <a:defRPr sz="2100">
                  <a:solidFill>
                    <a:schemeClr val="tx1"/>
                  </a:solidFill>
                  <a:latin typeface="Arial" panose="020B0604020202020204" pitchFamily="34" charset="0"/>
                </a:defRPr>
              </a:lvl3pPr>
              <a:lvl4pPr marL="1600200" indent="-228600">
                <a:spcBef>
                  <a:spcPct val="20000"/>
                </a:spcBef>
                <a:buChar char="–"/>
                <a:defRPr sz="2100">
                  <a:solidFill>
                    <a:schemeClr val="tx1"/>
                  </a:solidFill>
                  <a:latin typeface="Arial" panose="020B0604020202020204" pitchFamily="34" charset="0"/>
                </a:defRPr>
              </a:lvl4pPr>
              <a:lvl5pPr marL="2057400" indent="-228600">
                <a:spcBef>
                  <a:spcPct val="20000"/>
                </a:spcBef>
                <a:buChar char="»"/>
                <a:defRPr sz="21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1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1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1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100">
                  <a:solidFill>
                    <a:schemeClr val="tx1"/>
                  </a:solidFill>
                  <a:latin typeface="Arial" panose="020B0604020202020204" pitchFamily="34" charset="0"/>
                </a:defRPr>
              </a:lvl9pPr>
            </a:lstStyle>
            <a:p>
              <a:pPr eaLnBrk="1" hangingPunct="1">
                <a:spcBef>
                  <a:spcPct val="0"/>
                </a:spcBef>
                <a:buClrTx/>
                <a:buFontTx/>
                <a:buNone/>
              </a:pPr>
              <a:endParaRPr lang="fr-FR" altLang="fr-FR" sz="1800" b="0">
                <a:latin typeface="Arial" panose="020B0604020202020204" pitchFamily="34" charset="0"/>
              </a:endParaRPr>
            </a:p>
          </p:txBody>
        </p:sp>
        <p:sp>
          <p:nvSpPr>
            <p:cNvPr id="69" name="Oval 58">
              <a:extLst>
                <a:ext uri="{FF2B5EF4-FFF2-40B4-BE49-F238E27FC236}">
                  <a16:creationId xmlns:a16="http://schemas.microsoft.com/office/drawing/2014/main" id="{9AEF1EBD-C6F7-7E0F-7E45-5A143D6DB6C5}"/>
                </a:ext>
              </a:extLst>
            </p:cNvPr>
            <p:cNvSpPr>
              <a:spLocks noChangeArrowheads="1"/>
            </p:cNvSpPr>
            <p:nvPr/>
          </p:nvSpPr>
          <p:spPr bwMode="gray">
            <a:xfrm>
              <a:off x="2334" y="1387"/>
              <a:ext cx="1097" cy="220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headEnd/>
              <a:tailEnd/>
            </a:ln>
            <a:effectLst/>
          </p:spPr>
          <p:txBody>
            <a:bodyPr anchor="ctr">
              <a:spAutoFit/>
            </a:bodyPr>
            <a:lstStyle/>
            <a:p>
              <a:pPr eaLnBrk="1" hangingPunct="1">
                <a:defRPr/>
              </a:pPr>
              <a:endParaRPr lang="fr-FR">
                <a:latin typeface="Arial" charset="0"/>
                <a:cs typeface="Arial" charset="0"/>
              </a:endParaRPr>
            </a:p>
          </p:txBody>
        </p:sp>
        <p:sp>
          <p:nvSpPr>
            <p:cNvPr id="9242" name="Oval 59">
              <a:extLst>
                <a:ext uri="{FF2B5EF4-FFF2-40B4-BE49-F238E27FC236}">
                  <a16:creationId xmlns:a16="http://schemas.microsoft.com/office/drawing/2014/main" id="{F395E04A-4A95-336E-C7FC-22B640285B4D}"/>
                </a:ext>
              </a:extLst>
            </p:cNvPr>
            <p:cNvSpPr>
              <a:spLocks noChangeArrowheads="1"/>
            </p:cNvSpPr>
            <p:nvPr/>
          </p:nvSpPr>
          <p:spPr bwMode="gray">
            <a:xfrm>
              <a:off x="2337" y="1387"/>
              <a:ext cx="1096" cy="2201"/>
            </a:xfrm>
            <a:prstGeom prst="ellipse">
              <a:avLst/>
            </a:prstGeom>
            <a:gradFill rotWithShape="0">
              <a:gsLst>
                <a:gs pos="0">
                  <a:srgbClr val="FF0000"/>
                </a:gs>
                <a:gs pos="100000">
                  <a:srgbClr val="7C6300"/>
                </a:gs>
              </a:gsLst>
              <a:lin ang="2700000" scaled="1"/>
            </a:gradFill>
            <a:ln>
              <a:noFill/>
            </a:ln>
            <a:extLst>
              <a:ext uri="{91240B29-F687-4F45-9708-019B960494DF}">
                <a14:hiddenLine xmlns:a14="http://schemas.microsoft.com/office/drawing/2010/main" w="38100" algn="ctr">
                  <a:solidFill>
                    <a:srgbClr val="000000"/>
                  </a:solidFill>
                  <a:round/>
                  <a:headEnd/>
                  <a:tailEnd/>
                </a14:hiddenLine>
              </a:ext>
            </a:extLst>
          </p:spPr>
          <p:txBody>
            <a:bodyPr anchor="ctr">
              <a:spAutoFit/>
            </a:bodyPr>
            <a:lstStyle>
              <a:lvl1pPr>
                <a:spcBef>
                  <a:spcPct val="20000"/>
                </a:spcBef>
                <a:buClr>
                  <a:schemeClr val="hlink"/>
                </a:buClr>
                <a:buFont typeface="Wingdings" panose="05000000000000000000" pitchFamily="2" charset="2"/>
                <a:buChar char="v"/>
                <a:defRPr sz="2400" b="1">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100">
                  <a:solidFill>
                    <a:schemeClr val="tx1"/>
                  </a:solidFill>
                  <a:latin typeface="Arial" panose="020B0604020202020204" pitchFamily="34" charset="0"/>
                </a:defRPr>
              </a:lvl2pPr>
              <a:lvl3pPr marL="1143000" indent="-228600">
                <a:spcBef>
                  <a:spcPct val="20000"/>
                </a:spcBef>
                <a:buClr>
                  <a:schemeClr val="tx1"/>
                </a:buClr>
                <a:buChar char="•"/>
                <a:defRPr sz="2100">
                  <a:solidFill>
                    <a:schemeClr val="tx1"/>
                  </a:solidFill>
                  <a:latin typeface="Arial" panose="020B0604020202020204" pitchFamily="34" charset="0"/>
                </a:defRPr>
              </a:lvl3pPr>
              <a:lvl4pPr marL="1600200" indent="-228600">
                <a:spcBef>
                  <a:spcPct val="20000"/>
                </a:spcBef>
                <a:buChar char="–"/>
                <a:defRPr sz="2100">
                  <a:solidFill>
                    <a:schemeClr val="tx1"/>
                  </a:solidFill>
                  <a:latin typeface="Arial" panose="020B0604020202020204" pitchFamily="34" charset="0"/>
                </a:defRPr>
              </a:lvl4pPr>
              <a:lvl5pPr marL="2057400" indent="-228600">
                <a:spcBef>
                  <a:spcPct val="20000"/>
                </a:spcBef>
                <a:buChar char="»"/>
                <a:defRPr sz="21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1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1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1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100">
                  <a:solidFill>
                    <a:schemeClr val="tx1"/>
                  </a:solidFill>
                  <a:latin typeface="Arial" panose="020B0604020202020204" pitchFamily="34" charset="0"/>
                </a:defRPr>
              </a:lvl9pPr>
            </a:lstStyle>
            <a:p>
              <a:pPr eaLnBrk="1" hangingPunct="1">
                <a:spcBef>
                  <a:spcPct val="0"/>
                </a:spcBef>
                <a:buClrTx/>
                <a:buFontTx/>
                <a:buNone/>
              </a:pPr>
              <a:endParaRPr lang="fr-FR" altLang="fr-FR" sz="1800" b="0">
                <a:latin typeface="Arial" panose="020B0604020202020204" pitchFamily="34" charset="0"/>
              </a:endParaRPr>
            </a:p>
          </p:txBody>
        </p:sp>
      </p:gr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5133"/>
                                        </p:tgtEl>
                                        <p:attrNameLst>
                                          <p:attrName>style.visibility</p:attrName>
                                        </p:attrNameLst>
                                      </p:cBhvr>
                                      <p:to>
                                        <p:strVal val="visible"/>
                                      </p:to>
                                    </p:set>
                                    <p:anim from="(-#ppt_w/2)" to="(#ppt_x)" calcmode="lin" valueType="num">
                                      <p:cBhvr>
                                        <p:cTn id="7" dur="600" fill="hold">
                                          <p:stCondLst>
                                            <p:cond delay="0"/>
                                          </p:stCondLst>
                                        </p:cTn>
                                        <p:tgtEl>
                                          <p:spTgt spid="5133"/>
                                        </p:tgtEl>
                                        <p:attrNameLst>
                                          <p:attrName>ppt_x</p:attrName>
                                        </p:attrNameLst>
                                      </p:cBhvr>
                                    </p:anim>
                                    <p:anim from="0" to="-1.0" calcmode="lin" valueType="num">
                                      <p:cBhvr>
                                        <p:cTn id="8" dur="200" decel="50000" autoRev="1" fill="hold">
                                          <p:stCondLst>
                                            <p:cond delay="600"/>
                                          </p:stCondLst>
                                        </p:cTn>
                                        <p:tgtEl>
                                          <p:spTgt spid="5133"/>
                                        </p:tgtEl>
                                        <p:attrNameLst>
                                          <p:attrName>xshear</p:attrName>
                                        </p:attrNameLst>
                                      </p:cBhvr>
                                    </p:anim>
                                    <p:animScale>
                                      <p:cBhvr>
                                        <p:cTn id="9" dur="200" decel="100000" autoRev="1" fill="hold">
                                          <p:stCondLst>
                                            <p:cond delay="600"/>
                                          </p:stCondLst>
                                        </p:cTn>
                                        <p:tgtEl>
                                          <p:spTgt spid="5133"/>
                                        </p:tgtEl>
                                      </p:cBhvr>
                                      <p:from x="100000" y="100000"/>
                                      <p:to x="80000" y="100000"/>
                                    </p:animScale>
                                    <p:anim by="(#ppt_h/3+#ppt_w*0.1)" calcmode="lin" valueType="num">
                                      <p:cBhvr additive="sum">
                                        <p:cTn id="10" dur="200" decel="100000" autoRev="1" fill="hold">
                                          <p:stCondLst>
                                            <p:cond delay="600"/>
                                          </p:stCondLst>
                                        </p:cTn>
                                        <p:tgtEl>
                                          <p:spTgt spid="5133"/>
                                        </p:tgtEl>
                                        <p:attrNameLst>
                                          <p:attrName>ppt_x</p:attrName>
                                        </p:attrNameLst>
                                      </p:cBhvr>
                                    </p:anim>
                                  </p:childTnLst>
                                </p:cTn>
                              </p:par>
                            </p:childTnLst>
                          </p:cTn>
                        </p:par>
                        <p:par>
                          <p:cTn id="11" fill="hold" nodeType="afterGroup">
                            <p:stCondLst>
                              <p:cond delay="1000"/>
                            </p:stCondLst>
                            <p:childTnLst>
                              <p:par>
                                <p:cTn id="12" presetID="34" presetClass="entr" presetSubtype="0" fill="hold" grpId="0" nodeType="afterEffect">
                                  <p:stCondLst>
                                    <p:cond delay="0"/>
                                  </p:stCondLst>
                                  <p:childTnLst>
                                    <p:set>
                                      <p:cBhvr>
                                        <p:cTn id="13" dur="1" fill="hold">
                                          <p:stCondLst>
                                            <p:cond delay="0"/>
                                          </p:stCondLst>
                                        </p:cTn>
                                        <p:tgtEl>
                                          <p:spTgt spid="5139"/>
                                        </p:tgtEl>
                                        <p:attrNameLst>
                                          <p:attrName>style.visibility</p:attrName>
                                        </p:attrNameLst>
                                      </p:cBhvr>
                                      <p:to>
                                        <p:strVal val="visible"/>
                                      </p:to>
                                    </p:set>
                                    <p:anim from="(-#ppt_w/2)" to="(#ppt_x)" calcmode="lin" valueType="num">
                                      <p:cBhvr>
                                        <p:cTn id="14" dur="600" fill="hold">
                                          <p:stCondLst>
                                            <p:cond delay="0"/>
                                          </p:stCondLst>
                                        </p:cTn>
                                        <p:tgtEl>
                                          <p:spTgt spid="5139"/>
                                        </p:tgtEl>
                                        <p:attrNameLst>
                                          <p:attrName>ppt_x</p:attrName>
                                        </p:attrNameLst>
                                      </p:cBhvr>
                                    </p:anim>
                                    <p:anim from="0" to="-1.0" calcmode="lin" valueType="num">
                                      <p:cBhvr>
                                        <p:cTn id="15" dur="200" decel="50000" autoRev="1" fill="hold">
                                          <p:stCondLst>
                                            <p:cond delay="600"/>
                                          </p:stCondLst>
                                        </p:cTn>
                                        <p:tgtEl>
                                          <p:spTgt spid="5139"/>
                                        </p:tgtEl>
                                        <p:attrNameLst>
                                          <p:attrName>xshear</p:attrName>
                                        </p:attrNameLst>
                                      </p:cBhvr>
                                    </p:anim>
                                    <p:animScale>
                                      <p:cBhvr>
                                        <p:cTn id="16" dur="200" decel="100000" autoRev="1" fill="hold">
                                          <p:stCondLst>
                                            <p:cond delay="600"/>
                                          </p:stCondLst>
                                        </p:cTn>
                                        <p:tgtEl>
                                          <p:spTgt spid="5139"/>
                                        </p:tgtEl>
                                      </p:cBhvr>
                                      <p:from x="100000" y="100000"/>
                                      <p:to x="80000" y="100000"/>
                                    </p:animScale>
                                    <p:anim by="(#ppt_h/3+#ppt_w*0.1)" calcmode="lin" valueType="num">
                                      <p:cBhvr additive="sum">
                                        <p:cTn id="17" dur="200" decel="100000" autoRev="1" fill="hold">
                                          <p:stCondLst>
                                            <p:cond delay="600"/>
                                          </p:stCondLst>
                                        </p:cTn>
                                        <p:tgtEl>
                                          <p:spTgt spid="5139"/>
                                        </p:tgtEl>
                                        <p:attrNameLst>
                                          <p:attrName>ppt_x</p:attrName>
                                        </p:attrNameLst>
                                      </p:cBhvr>
                                    </p:anim>
                                  </p:childTnLst>
                                </p:cTn>
                              </p:par>
                            </p:childTnLst>
                          </p:cTn>
                        </p:par>
                        <p:par>
                          <p:cTn id="18" fill="hold" nodeType="afterGroup">
                            <p:stCondLst>
                              <p:cond delay="2000"/>
                            </p:stCondLst>
                            <p:childTnLst>
                              <p:par>
                                <p:cTn id="19" presetID="34" presetClass="entr" presetSubtype="0" fill="hold" grpId="0" nodeType="afterEffect">
                                  <p:stCondLst>
                                    <p:cond delay="0"/>
                                  </p:stCondLst>
                                  <p:childTnLst>
                                    <p:set>
                                      <p:cBhvr>
                                        <p:cTn id="20" dur="1" fill="hold">
                                          <p:stCondLst>
                                            <p:cond delay="0"/>
                                          </p:stCondLst>
                                        </p:cTn>
                                        <p:tgtEl>
                                          <p:spTgt spid="5132"/>
                                        </p:tgtEl>
                                        <p:attrNameLst>
                                          <p:attrName>style.visibility</p:attrName>
                                        </p:attrNameLst>
                                      </p:cBhvr>
                                      <p:to>
                                        <p:strVal val="visible"/>
                                      </p:to>
                                    </p:set>
                                    <p:anim from="(-#ppt_w/2)" to="(#ppt_x)" calcmode="lin" valueType="num">
                                      <p:cBhvr>
                                        <p:cTn id="21" dur="600" fill="hold">
                                          <p:stCondLst>
                                            <p:cond delay="0"/>
                                          </p:stCondLst>
                                        </p:cTn>
                                        <p:tgtEl>
                                          <p:spTgt spid="5132"/>
                                        </p:tgtEl>
                                        <p:attrNameLst>
                                          <p:attrName>ppt_x</p:attrName>
                                        </p:attrNameLst>
                                      </p:cBhvr>
                                    </p:anim>
                                    <p:anim from="0" to="-1.0" calcmode="lin" valueType="num">
                                      <p:cBhvr>
                                        <p:cTn id="22" dur="200" decel="50000" autoRev="1" fill="hold">
                                          <p:stCondLst>
                                            <p:cond delay="600"/>
                                          </p:stCondLst>
                                        </p:cTn>
                                        <p:tgtEl>
                                          <p:spTgt spid="5132"/>
                                        </p:tgtEl>
                                        <p:attrNameLst>
                                          <p:attrName>xshear</p:attrName>
                                        </p:attrNameLst>
                                      </p:cBhvr>
                                    </p:anim>
                                    <p:animScale>
                                      <p:cBhvr>
                                        <p:cTn id="23" dur="200" decel="100000" autoRev="1" fill="hold">
                                          <p:stCondLst>
                                            <p:cond delay="600"/>
                                          </p:stCondLst>
                                        </p:cTn>
                                        <p:tgtEl>
                                          <p:spTgt spid="5132"/>
                                        </p:tgtEl>
                                      </p:cBhvr>
                                      <p:from x="100000" y="100000"/>
                                      <p:to x="80000" y="100000"/>
                                    </p:animScale>
                                    <p:anim by="(#ppt_h/3+#ppt_w*0.1)" calcmode="lin" valueType="num">
                                      <p:cBhvr additive="sum">
                                        <p:cTn id="24" dur="200" decel="100000" autoRev="1" fill="hold">
                                          <p:stCondLst>
                                            <p:cond delay="600"/>
                                          </p:stCondLst>
                                        </p:cTn>
                                        <p:tgtEl>
                                          <p:spTgt spid="5132"/>
                                        </p:tgtEl>
                                        <p:attrNameLst>
                                          <p:attrName>ppt_x</p:attrName>
                                        </p:attrNameLst>
                                      </p:cBhvr>
                                    </p:anim>
                                  </p:childTnLst>
                                </p:cTn>
                              </p:par>
                            </p:childTnLst>
                          </p:cTn>
                        </p:par>
                        <p:par>
                          <p:cTn id="25" fill="hold" nodeType="afterGroup">
                            <p:stCondLst>
                              <p:cond delay="3000"/>
                            </p:stCondLst>
                            <p:childTnLst>
                              <p:par>
                                <p:cTn id="26" presetID="34" presetClass="entr" presetSubtype="0" fill="hold" grpId="0" nodeType="afterEffect">
                                  <p:stCondLst>
                                    <p:cond delay="0"/>
                                  </p:stCondLst>
                                  <p:childTnLst>
                                    <p:set>
                                      <p:cBhvr>
                                        <p:cTn id="27" dur="1" fill="hold">
                                          <p:stCondLst>
                                            <p:cond delay="0"/>
                                          </p:stCondLst>
                                        </p:cTn>
                                        <p:tgtEl>
                                          <p:spTgt spid="5131"/>
                                        </p:tgtEl>
                                        <p:attrNameLst>
                                          <p:attrName>style.visibility</p:attrName>
                                        </p:attrNameLst>
                                      </p:cBhvr>
                                      <p:to>
                                        <p:strVal val="visible"/>
                                      </p:to>
                                    </p:set>
                                    <p:anim from="(-#ppt_w/2)" to="(#ppt_x)" calcmode="lin" valueType="num">
                                      <p:cBhvr>
                                        <p:cTn id="28" dur="600" fill="hold">
                                          <p:stCondLst>
                                            <p:cond delay="0"/>
                                          </p:stCondLst>
                                        </p:cTn>
                                        <p:tgtEl>
                                          <p:spTgt spid="5131"/>
                                        </p:tgtEl>
                                        <p:attrNameLst>
                                          <p:attrName>ppt_x</p:attrName>
                                        </p:attrNameLst>
                                      </p:cBhvr>
                                    </p:anim>
                                    <p:anim from="0" to="-1.0" calcmode="lin" valueType="num">
                                      <p:cBhvr>
                                        <p:cTn id="29" dur="200" decel="50000" autoRev="1" fill="hold">
                                          <p:stCondLst>
                                            <p:cond delay="600"/>
                                          </p:stCondLst>
                                        </p:cTn>
                                        <p:tgtEl>
                                          <p:spTgt spid="5131"/>
                                        </p:tgtEl>
                                        <p:attrNameLst>
                                          <p:attrName>xshear</p:attrName>
                                        </p:attrNameLst>
                                      </p:cBhvr>
                                    </p:anim>
                                    <p:animScale>
                                      <p:cBhvr>
                                        <p:cTn id="30" dur="200" decel="100000" autoRev="1" fill="hold">
                                          <p:stCondLst>
                                            <p:cond delay="600"/>
                                          </p:stCondLst>
                                        </p:cTn>
                                        <p:tgtEl>
                                          <p:spTgt spid="5131"/>
                                        </p:tgtEl>
                                      </p:cBhvr>
                                      <p:from x="100000" y="100000"/>
                                      <p:to x="80000" y="100000"/>
                                    </p:animScale>
                                    <p:anim by="(#ppt_h/3+#ppt_w*0.1)" calcmode="lin" valueType="num">
                                      <p:cBhvr additive="sum">
                                        <p:cTn id="31" dur="200" decel="100000" autoRev="1" fill="hold">
                                          <p:stCondLst>
                                            <p:cond delay="600"/>
                                          </p:stCondLst>
                                        </p:cTn>
                                        <p:tgtEl>
                                          <p:spTgt spid="5131"/>
                                        </p:tgtEl>
                                        <p:attrNameLst>
                                          <p:attrName>ppt_x</p:attrName>
                                        </p:attrNameLst>
                                      </p:cBhvr>
                                    </p:anim>
                                  </p:childTnLst>
                                </p:cTn>
                              </p:par>
                            </p:childTnLst>
                          </p:cTn>
                        </p:par>
                        <p:par>
                          <p:cTn id="32" fill="hold" nodeType="afterGroup">
                            <p:stCondLst>
                              <p:cond delay="4000"/>
                            </p:stCondLst>
                            <p:childTnLst>
                              <p:par>
                                <p:cTn id="33" presetID="34" presetClass="entr" presetSubtype="0" fill="hold" grpId="0" nodeType="afterEffect">
                                  <p:stCondLst>
                                    <p:cond delay="0"/>
                                  </p:stCondLst>
                                  <p:childTnLst>
                                    <p:set>
                                      <p:cBhvr>
                                        <p:cTn id="34" dur="1" fill="hold">
                                          <p:stCondLst>
                                            <p:cond delay="0"/>
                                          </p:stCondLst>
                                        </p:cTn>
                                        <p:tgtEl>
                                          <p:spTgt spid="5130"/>
                                        </p:tgtEl>
                                        <p:attrNameLst>
                                          <p:attrName>style.visibility</p:attrName>
                                        </p:attrNameLst>
                                      </p:cBhvr>
                                      <p:to>
                                        <p:strVal val="visible"/>
                                      </p:to>
                                    </p:set>
                                    <p:anim from="(-#ppt_w/2)" to="(#ppt_x)" calcmode="lin" valueType="num">
                                      <p:cBhvr>
                                        <p:cTn id="35" dur="600" fill="hold">
                                          <p:stCondLst>
                                            <p:cond delay="0"/>
                                          </p:stCondLst>
                                        </p:cTn>
                                        <p:tgtEl>
                                          <p:spTgt spid="5130"/>
                                        </p:tgtEl>
                                        <p:attrNameLst>
                                          <p:attrName>ppt_x</p:attrName>
                                        </p:attrNameLst>
                                      </p:cBhvr>
                                    </p:anim>
                                    <p:anim from="0" to="-1.0" calcmode="lin" valueType="num">
                                      <p:cBhvr>
                                        <p:cTn id="36" dur="200" decel="50000" autoRev="1" fill="hold">
                                          <p:stCondLst>
                                            <p:cond delay="600"/>
                                          </p:stCondLst>
                                        </p:cTn>
                                        <p:tgtEl>
                                          <p:spTgt spid="5130"/>
                                        </p:tgtEl>
                                        <p:attrNameLst>
                                          <p:attrName>xshear</p:attrName>
                                        </p:attrNameLst>
                                      </p:cBhvr>
                                    </p:anim>
                                    <p:animScale>
                                      <p:cBhvr>
                                        <p:cTn id="37" dur="200" decel="100000" autoRev="1" fill="hold">
                                          <p:stCondLst>
                                            <p:cond delay="600"/>
                                          </p:stCondLst>
                                        </p:cTn>
                                        <p:tgtEl>
                                          <p:spTgt spid="5130"/>
                                        </p:tgtEl>
                                      </p:cBhvr>
                                      <p:from x="100000" y="100000"/>
                                      <p:to x="80000" y="100000"/>
                                    </p:animScale>
                                    <p:anim by="(#ppt_h/3+#ppt_w*0.1)" calcmode="lin" valueType="num">
                                      <p:cBhvr additive="sum">
                                        <p:cTn id="38" dur="200" decel="100000" autoRev="1" fill="hold">
                                          <p:stCondLst>
                                            <p:cond delay="600"/>
                                          </p:stCondLst>
                                        </p:cTn>
                                        <p:tgtEl>
                                          <p:spTgt spid="5130"/>
                                        </p:tgtEl>
                                        <p:attrNameLst>
                                          <p:attrName>ppt_x</p:attrName>
                                        </p:attrNameLst>
                                      </p:cBhvr>
                                    </p:anim>
                                  </p:childTnLst>
                                </p:cTn>
                              </p:par>
                            </p:childTnLst>
                          </p:cTn>
                        </p:par>
                        <p:par>
                          <p:cTn id="39" fill="hold" nodeType="afterGroup">
                            <p:stCondLst>
                              <p:cond delay="5000"/>
                            </p:stCondLst>
                            <p:childTnLst>
                              <p:par>
                                <p:cTn id="40" presetID="34" presetClass="entr" presetSubtype="0" fill="hold" grpId="0" nodeType="afterEffect">
                                  <p:stCondLst>
                                    <p:cond delay="0"/>
                                  </p:stCondLst>
                                  <p:childTnLst>
                                    <p:set>
                                      <p:cBhvr>
                                        <p:cTn id="41" dur="1" fill="hold">
                                          <p:stCondLst>
                                            <p:cond delay="0"/>
                                          </p:stCondLst>
                                        </p:cTn>
                                        <p:tgtEl>
                                          <p:spTgt spid="5129"/>
                                        </p:tgtEl>
                                        <p:attrNameLst>
                                          <p:attrName>style.visibility</p:attrName>
                                        </p:attrNameLst>
                                      </p:cBhvr>
                                      <p:to>
                                        <p:strVal val="visible"/>
                                      </p:to>
                                    </p:set>
                                    <p:anim from="(-#ppt_w/2)" to="(#ppt_x)" calcmode="lin" valueType="num">
                                      <p:cBhvr>
                                        <p:cTn id="42" dur="600" fill="hold">
                                          <p:stCondLst>
                                            <p:cond delay="0"/>
                                          </p:stCondLst>
                                        </p:cTn>
                                        <p:tgtEl>
                                          <p:spTgt spid="5129"/>
                                        </p:tgtEl>
                                        <p:attrNameLst>
                                          <p:attrName>ppt_x</p:attrName>
                                        </p:attrNameLst>
                                      </p:cBhvr>
                                    </p:anim>
                                    <p:anim from="0" to="-1.0" calcmode="lin" valueType="num">
                                      <p:cBhvr>
                                        <p:cTn id="43" dur="200" decel="50000" autoRev="1" fill="hold">
                                          <p:stCondLst>
                                            <p:cond delay="600"/>
                                          </p:stCondLst>
                                        </p:cTn>
                                        <p:tgtEl>
                                          <p:spTgt spid="5129"/>
                                        </p:tgtEl>
                                        <p:attrNameLst>
                                          <p:attrName>xshear</p:attrName>
                                        </p:attrNameLst>
                                      </p:cBhvr>
                                    </p:anim>
                                    <p:animScale>
                                      <p:cBhvr>
                                        <p:cTn id="44" dur="200" decel="100000" autoRev="1" fill="hold">
                                          <p:stCondLst>
                                            <p:cond delay="600"/>
                                          </p:stCondLst>
                                        </p:cTn>
                                        <p:tgtEl>
                                          <p:spTgt spid="5129"/>
                                        </p:tgtEl>
                                      </p:cBhvr>
                                      <p:from x="100000" y="100000"/>
                                      <p:to x="80000" y="100000"/>
                                    </p:animScale>
                                    <p:anim by="(#ppt_h/3+#ppt_w*0.1)" calcmode="lin" valueType="num">
                                      <p:cBhvr additive="sum">
                                        <p:cTn id="45" dur="200" decel="100000" autoRev="1" fill="hold">
                                          <p:stCondLst>
                                            <p:cond delay="600"/>
                                          </p:stCondLst>
                                        </p:cTn>
                                        <p:tgtEl>
                                          <p:spTgt spid="5129"/>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9" grpId="0" animBg="1"/>
      <p:bldP spid="5130" grpId="0" animBg="1"/>
      <p:bldP spid="5131" grpId="0" animBg="1"/>
      <p:bldP spid="5132" grpId="0" animBg="1"/>
      <p:bldP spid="5133" grpId="0" animBg="1"/>
      <p:bldP spid="5139"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94B7453D-6D25-1401-0D0B-CD023C6C784C}"/>
              </a:ext>
            </a:extLst>
          </p:cNvPr>
          <p:cNvSpPr>
            <a:spLocks noGrp="1"/>
          </p:cNvSpPr>
          <p:nvPr>
            <p:ph idx="1"/>
          </p:nvPr>
        </p:nvSpPr>
        <p:spPr>
          <a:xfrm>
            <a:off x="1141412" y="609600"/>
            <a:ext cx="9905999" cy="5181601"/>
          </a:xfrm>
        </p:spPr>
        <p:txBody>
          <a:bodyPr/>
          <a:lstStyle/>
          <a:p>
            <a:pPr algn="ctr"/>
            <a:endParaRPr lang="fr-FR" dirty="0"/>
          </a:p>
          <a:p>
            <a:pPr algn="ctr"/>
            <a:endParaRPr lang="fr-FR" dirty="0"/>
          </a:p>
          <a:p>
            <a:pPr algn="ctr"/>
            <a:endParaRPr lang="fr-FR" dirty="0"/>
          </a:p>
          <a:p>
            <a:pPr marL="0" indent="0" algn="ctr">
              <a:buNone/>
            </a:pPr>
            <a:r>
              <a:rPr lang="fr-FR" sz="7000" dirty="0">
                <a:solidFill>
                  <a:schemeClr val="bg1"/>
                </a:solidFill>
                <a:latin typeface="Century Gothic" panose="020B0502020202020204" pitchFamily="34" charset="0"/>
              </a:rPr>
              <a:t>Introduction</a:t>
            </a:r>
          </a:p>
        </p:txBody>
      </p:sp>
    </p:spTree>
    <p:extLst>
      <p:ext uri="{BB962C8B-B14F-4D97-AF65-F5344CB8AC3E}">
        <p14:creationId xmlns:p14="http://schemas.microsoft.com/office/powerpoint/2010/main" val="416526680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1" name="Espace réservé du contenu 2">
            <a:extLst>
              <a:ext uri="{FF2B5EF4-FFF2-40B4-BE49-F238E27FC236}">
                <a16:creationId xmlns:a16="http://schemas.microsoft.com/office/drawing/2014/main" id="{49E6BCA1-F68F-AA31-A644-79A2984E74D3}"/>
              </a:ext>
            </a:extLst>
          </p:cNvPr>
          <p:cNvSpPr>
            <a:spLocks noGrp="1"/>
          </p:cNvSpPr>
          <p:nvPr>
            <p:ph idx="1"/>
          </p:nvPr>
        </p:nvSpPr>
        <p:spPr>
          <a:xfrm>
            <a:off x="1966912" y="764913"/>
            <a:ext cx="8258175" cy="5272549"/>
          </a:xfrm>
        </p:spPr>
        <p:txBody>
          <a:bodyPr>
            <a:normAutofit lnSpcReduction="10000"/>
          </a:bodyPr>
          <a:lstStyle/>
          <a:p>
            <a:r>
              <a:rPr lang="fr-FR" sz="2200" dirty="0">
                <a:solidFill>
                  <a:schemeClr val="bg1"/>
                </a:solidFill>
                <a:latin typeface="Verdana" panose="020B0604030504040204" pitchFamily="34" charset="0"/>
                <a:ea typeface="Verdana" panose="020B0604030504040204" pitchFamily="34" charset="0"/>
              </a:rPr>
              <a:t>Ces dernières années, la numérisation est devenue essentielle dans les établissements d’enseignement supérieur.</a:t>
            </a:r>
          </a:p>
          <a:p>
            <a:r>
              <a:rPr lang="fr-FR" sz="2200" dirty="0">
                <a:solidFill>
                  <a:schemeClr val="bg1"/>
                </a:solidFill>
                <a:latin typeface="Verdana" panose="020B0604030504040204" pitchFamily="34" charset="0"/>
                <a:ea typeface="Verdana" panose="020B0604030504040204" pitchFamily="34" charset="0"/>
              </a:rPr>
              <a:t>Elle touche de plus en plus les processus administratifs et pédagogiques.</a:t>
            </a:r>
          </a:p>
          <a:p>
            <a:r>
              <a:rPr lang="fr-FR" sz="2200" dirty="0">
                <a:solidFill>
                  <a:schemeClr val="bg1"/>
                </a:solidFill>
                <a:latin typeface="Verdana" panose="020B0604030504040204" pitchFamily="34" charset="0"/>
                <a:ea typeface="Verdana" panose="020B0604030504040204" pitchFamily="34" charset="0"/>
              </a:rPr>
              <a:t>Parmi ces processus, il y a la gestion des emplois du temps.</a:t>
            </a:r>
          </a:p>
          <a:p>
            <a:r>
              <a:rPr lang="fr-FR" sz="2200" dirty="0">
                <a:solidFill>
                  <a:schemeClr val="bg1"/>
                </a:solidFill>
                <a:latin typeface="Verdana" panose="020B0604030504040204" pitchFamily="34" charset="0"/>
                <a:ea typeface="Verdana" panose="020B0604030504040204" pitchFamily="34" charset="0"/>
              </a:rPr>
              <a:t>Mais cette gestion reste souvent manuelle ou faite avec des outils trop simples.</a:t>
            </a:r>
          </a:p>
          <a:p>
            <a:r>
              <a:rPr lang="fr-FR" altLang="fr-FR" sz="2200" dirty="0">
                <a:solidFill>
                  <a:schemeClr val="bg1"/>
                </a:solidFill>
                <a:latin typeface="Verdana" panose="020B0604030504040204" pitchFamily="34" charset="0"/>
                <a:ea typeface="Verdana" panose="020B0604030504040204" pitchFamily="34" charset="0"/>
              </a:rPr>
              <a:t>Ce qui prouve qu’elle a beaucoup de défauts.</a:t>
            </a:r>
          </a:p>
          <a:p>
            <a:r>
              <a:rPr lang="fr-FR" altLang="fr-FR" sz="2200" dirty="0">
                <a:solidFill>
                  <a:schemeClr val="bg1"/>
                </a:solidFill>
                <a:latin typeface="Verdana" panose="020B0604030504040204" pitchFamily="34" charset="0"/>
                <a:ea typeface="Verdana" panose="020B0604030504040204" pitchFamily="34" charset="0"/>
              </a:rPr>
              <a:t>Notre projet consiste a gérer les emplois du temps de manière innovante. </a:t>
            </a:r>
          </a:p>
          <a:p>
            <a:pPr marL="0" indent="0">
              <a:buNone/>
            </a:pPr>
            <a:endParaRPr lang="fr-FR" altLang="fr-FR" sz="2200" dirty="0">
              <a:latin typeface="Verdana" panose="020B0604030504040204" pitchFamily="34" charset="0"/>
              <a:ea typeface="Verdana" panose="020B0604030504040204" pitchFamily="34" charset="0"/>
            </a:endParaRPr>
          </a:p>
          <a:p>
            <a:endParaRPr lang="fr-FR" altLang="fr-FR" sz="2200" dirty="0">
              <a:latin typeface="Verdana" panose="020B0604030504040204" pitchFamily="34" charset="0"/>
              <a:ea typeface="Verdana" panose="020B0604030504040204" pitchFamily="34" charset="0"/>
            </a:endParaRPr>
          </a:p>
          <a:p>
            <a:endParaRPr lang="fr-FR" altLang="fr-FR" sz="2200" dirty="0">
              <a:latin typeface="Verdana" panose="020B0604030504040204" pitchFamily="34" charset="0"/>
              <a:ea typeface="Verdana" panose="020B0604030504040204" pitchFamily="34" charset="0"/>
            </a:endParaRPr>
          </a:p>
          <a:p>
            <a:endParaRPr lang="fr-FR" altLang="fr-FR" sz="2200" i="1" dirty="0">
              <a:latin typeface="Verdana" panose="020B0604030504040204" pitchFamily="34" charset="0"/>
              <a:ea typeface="Verdana" panose="020B0604030504040204" pitchFamily="34" charset="0"/>
            </a:endParaRPr>
          </a:p>
          <a:p>
            <a:pPr marL="0" indent="0">
              <a:buNone/>
            </a:pPr>
            <a:endParaRPr lang="fr-FR" altLang="fr-FR" sz="1600" i="1" dirty="0"/>
          </a:p>
        </p:txBody>
      </p:sp>
      <p:sp>
        <p:nvSpPr>
          <p:cNvPr id="2" name="ZoneTexte 1">
            <a:extLst>
              <a:ext uri="{FF2B5EF4-FFF2-40B4-BE49-F238E27FC236}">
                <a16:creationId xmlns:a16="http://schemas.microsoft.com/office/drawing/2014/main" id="{AAA2BB33-B400-976A-6461-3212C5B57D3A}"/>
              </a:ext>
            </a:extLst>
          </p:cNvPr>
          <p:cNvSpPr txBox="1"/>
          <p:nvPr/>
        </p:nvSpPr>
        <p:spPr>
          <a:xfrm>
            <a:off x="3045541" y="112652"/>
            <a:ext cx="6100916" cy="707886"/>
          </a:xfrm>
          <a:prstGeom prst="rect">
            <a:avLst/>
          </a:prstGeom>
          <a:noFill/>
        </p:spPr>
        <p:txBody>
          <a:bodyPr wrap="square">
            <a:spAutoFit/>
          </a:bodyPr>
          <a:lstStyle/>
          <a:p>
            <a:pPr algn="ctr"/>
            <a:r>
              <a:rPr lang="fr-FR" altLang="fr-FR" sz="4000" dirty="0">
                <a:solidFill>
                  <a:schemeClr val="bg1"/>
                </a:solidFill>
                <a:latin typeface="Constantia" panose="02030602050306030303" pitchFamily="18" charset="0"/>
              </a:rPr>
              <a:t>Introduction</a:t>
            </a:r>
            <a:endParaRPr lang="fr-FR" sz="40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Effect transition="in" filter="fade">
                                      <p:cBhvr>
                                        <p:cTn id="7" dur="500"/>
                                        <p:tgtEl>
                                          <p:spTgt spid="7171">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171">
                                            <p:txEl>
                                              <p:pRg st="1" end="1"/>
                                            </p:txEl>
                                          </p:spTgt>
                                        </p:tgtEl>
                                        <p:attrNameLst>
                                          <p:attrName>style.visibility</p:attrName>
                                        </p:attrNameLst>
                                      </p:cBhvr>
                                      <p:to>
                                        <p:strVal val="visible"/>
                                      </p:to>
                                    </p:set>
                                    <p:animEffect transition="in" filter="fade">
                                      <p:cBhvr>
                                        <p:cTn id="10" dur="500"/>
                                        <p:tgtEl>
                                          <p:spTgt spid="7171">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171">
                                            <p:txEl>
                                              <p:pRg st="2" end="2"/>
                                            </p:txEl>
                                          </p:spTgt>
                                        </p:tgtEl>
                                        <p:attrNameLst>
                                          <p:attrName>style.visibility</p:attrName>
                                        </p:attrNameLst>
                                      </p:cBhvr>
                                      <p:to>
                                        <p:strVal val="visible"/>
                                      </p:to>
                                    </p:set>
                                    <p:animEffect transition="in" filter="fade">
                                      <p:cBhvr>
                                        <p:cTn id="13" dur="500"/>
                                        <p:tgtEl>
                                          <p:spTgt spid="7171">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171">
                                            <p:txEl>
                                              <p:pRg st="3" end="3"/>
                                            </p:txEl>
                                          </p:spTgt>
                                        </p:tgtEl>
                                        <p:attrNameLst>
                                          <p:attrName>style.visibility</p:attrName>
                                        </p:attrNameLst>
                                      </p:cBhvr>
                                      <p:to>
                                        <p:strVal val="visible"/>
                                      </p:to>
                                    </p:set>
                                    <p:animEffect transition="in" filter="fade">
                                      <p:cBhvr>
                                        <p:cTn id="16" dur="500"/>
                                        <p:tgtEl>
                                          <p:spTgt spid="7171">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171">
                                            <p:txEl>
                                              <p:pRg st="4" end="4"/>
                                            </p:txEl>
                                          </p:spTgt>
                                        </p:tgtEl>
                                        <p:attrNameLst>
                                          <p:attrName>style.visibility</p:attrName>
                                        </p:attrNameLst>
                                      </p:cBhvr>
                                      <p:to>
                                        <p:strVal val="visible"/>
                                      </p:to>
                                    </p:set>
                                    <p:animEffect transition="in" filter="fade">
                                      <p:cBhvr>
                                        <p:cTn id="19" dur="500"/>
                                        <p:tgtEl>
                                          <p:spTgt spid="7171">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171">
                                            <p:txEl>
                                              <p:pRg st="5" end="5"/>
                                            </p:txEl>
                                          </p:spTgt>
                                        </p:tgtEl>
                                        <p:attrNameLst>
                                          <p:attrName>style.visibility</p:attrName>
                                        </p:attrNameLst>
                                      </p:cBhvr>
                                      <p:to>
                                        <p:strVal val="visible"/>
                                      </p:to>
                                    </p:set>
                                    <p:animEffect transition="in" filter="fade">
                                      <p:cBhvr>
                                        <p:cTn id="22" dur="500"/>
                                        <p:tgtEl>
                                          <p:spTgt spid="717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547BA62-D111-D6E0-DF81-3F31F3206929}"/>
              </a:ext>
            </a:extLst>
          </p:cNvPr>
          <p:cNvSpPr>
            <a:spLocks noGrp="1"/>
          </p:cNvSpPr>
          <p:nvPr>
            <p:ph idx="1"/>
          </p:nvPr>
        </p:nvSpPr>
        <p:spPr>
          <a:xfrm>
            <a:off x="1141412" y="550606"/>
            <a:ext cx="9905999" cy="5240595"/>
          </a:xfrm>
        </p:spPr>
        <p:txBody>
          <a:bodyPr/>
          <a:lstStyle/>
          <a:p>
            <a:pPr marL="0" indent="0" algn="ctr">
              <a:buNone/>
            </a:pPr>
            <a:endParaRPr lang="fr-FR" dirty="0"/>
          </a:p>
          <a:p>
            <a:pPr marL="0" indent="0" algn="ctr">
              <a:buNone/>
            </a:pPr>
            <a:endParaRPr lang="fr-FR" dirty="0"/>
          </a:p>
          <a:p>
            <a:pPr marL="0" indent="0" algn="ctr">
              <a:buNone/>
            </a:pPr>
            <a:endParaRPr lang="fr-FR" dirty="0"/>
          </a:p>
          <a:p>
            <a:pPr marL="0" indent="0" algn="ctr">
              <a:buNone/>
            </a:pPr>
            <a:r>
              <a:rPr lang="fr-FR" sz="6000" dirty="0">
                <a:solidFill>
                  <a:schemeClr val="bg1"/>
                </a:solidFill>
              </a:rPr>
              <a:t>Problématique et objectifs visés</a:t>
            </a:r>
          </a:p>
        </p:txBody>
      </p:sp>
    </p:spTree>
    <p:extLst>
      <p:ext uri="{BB962C8B-B14F-4D97-AF65-F5344CB8AC3E}">
        <p14:creationId xmlns:p14="http://schemas.microsoft.com/office/powerpoint/2010/main" val="182512455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7EAF7949-F31F-C713-3E0B-EB258AAF64F5}"/>
              </a:ext>
            </a:extLst>
          </p:cNvPr>
          <p:cNvSpPr txBox="1"/>
          <p:nvPr/>
        </p:nvSpPr>
        <p:spPr>
          <a:xfrm>
            <a:off x="3043953" y="314009"/>
            <a:ext cx="6100916" cy="707886"/>
          </a:xfrm>
          <a:prstGeom prst="rect">
            <a:avLst/>
          </a:prstGeom>
          <a:noFill/>
        </p:spPr>
        <p:txBody>
          <a:bodyPr wrap="square">
            <a:spAutoFit/>
          </a:bodyPr>
          <a:lstStyle/>
          <a:p>
            <a:pPr algn="ctr"/>
            <a:r>
              <a:rPr lang="fr-FR" altLang="fr-FR" sz="4000" dirty="0">
                <a:solidFill>
                  <a:schemeClr val="bg1"/>
                </a:solidFill>
                <a:latin typeface="Constantia" panose="02030602050306030303" pitchFamily="18" charset="0"/>
              </a:rPr>
              <a:t>Problématique</a:t>
            </a:r>
            <a:endParaRPr lang="fr-FR" sz="4000" dirty="0"/>
          </a:p>
        </p:txBody>
      </p:sp>
      <p:sp>
        <p:nvSpPr>
          <p:cNvPr id="7" name="ZoneTexte 6">
            <a:extLst>
              <a:ext uri="{FF2B5EF4-FFF2-40B4-BE49-F238E27FC236}">
                <a16:creationId xmlns:a16="http://schemas.microsoft.com/office/drawing/2014/main" id="{23F90DB9-26B7-830C-53D9-933D7DAD8315}"/>
              </a:ext>
            </a:extLst>
          </p:cNvPr>
          <p:cNvSpPr txBox="1"/>
          <p:nvPr/>
        </p:nvSpPr>
        <p:spPr>
          <a:xfrm>
            <a:off x="2123768" y="1271015"/>
            <a:ext cx="8524567" cy="4154984"/>
          </a:xfrm>
          <a:prstGeom prst="rect">
            <a:avLst/>
          </a:prstGeom>
          <a:noFill/>
        </p:spPr>
        <p:txBody>
          <a:bodyPr wrap="square">
            <a:spAutoFit/>
          </a:bodyPr>
          <a:lstStyle/>
          <a:p>
            <a:pPr>
              <a:buFont typeface="Arial" panose="020B0604020202020204" pitchFamily="34" charset="0"/>
              <a:buChar char="•"/>
            </a:pPr>
            <a:r>
              <a:rPr lang="fr-FR" sz="2200" dirty="0">
                <a:solidFill>
                  <a:schemeClr val="bg1"/>
                </a:solidFill>
              </a:rPr>
              <a:t>Chevauchement d’horaires entre enseignants ou groupes.</a:t>
            </a:r>
          </a:p>
          <a:p>
            <a:endParaRPr lang="fr-FR" sz="2200" dirty="0">
              <a:solidFill>
                <a:schemeClr val="bg1"/>
              </a:solidFill>
            </a:endParaRPr>
          </a:p>
          <a:p>
            <a:pPr>
              <a:buFont typeface="Arial" panose="020B0604020202020204" pitchFamily="34" charset="0"/>
              <a:buChar char="•"/>
            </a:pPr>
            <a:r>
              <a:rPr lang="fr-FR" sz="2200" dirty="0">
                <a:solidFill>
                  <a:schemeClr val="bg1"/>
                </a:solidFill>
              </a:rPr>
              <a:t>Temps perdu lors de chaque modification ou mise à jour du planning.</a:t>
            </a:r>
          </a:p>
          <a:p>
            <a:endParaRPr lang="fr-FR" sz="2200" dirty="0">
              <a:solidFill>
                <a:schemeClr val="bg1"/>
              </a:solidFill>
            </a:endParaRPr>
          </a:p>
          <a:p>
            <a:pPr>
              <a:buFont typeface="Arial" panose="020B0604020202020204" pitchFamily="34" charset="0"/>
              <a:buChar char="•"/>
            </a:pPr>
            <a:r>
              <a:rPr lang="fr-FR" sz="2200" dirty="0">
                <a:solidFill>
                  <a:schemeClr val="bg1"/>
                </a:solidFill>
              </a:rPr>
              <a:t>Erreurs humaines fréquentes //dues à la complexité du processus manuel</a:t>
            </a:r>
          </a:p>
          <a:p>
            <a:endParaRPr lang="fr-FR" sz="2200" dirty="0">
              <a:solidFill>
                <a:schemeClr val="bg1"/>
              </a:solidFill>
            </a:endParaRPr>
          </a:p>
          <a:p>
            <a:pPr>
              <a:buFont typeface="Arial" panose="020B0604020202020204" pitchFamily="34" charset="0"/>
              <a:buChar char="•"/>
            </a:pPr>
            <a:r>
              <a:rPr lang="fr-FR" sz="2200" dirty="0">
                <a:solidFill>
                  <a:schemeClr val="bg1"/>
                </a:solidFill>
              </a:rPr>
              <a:t>Difficulté à intégrer toutes les contraintes //disponibilité des salles, enseignants, types de cours</a:t>
            </a:r>
          </a:p>
          <a:p>
            <a:endParaRPr lang="fr-FR" sz="2200" dirty="0">
              <a:solidFill>
                <a:schemeClr val="bg1"/>
              </a:solidFill>
            </a:endParaRPr>
          </a:p>
          <a:p>
            <a:pPr>
              <a:buFont typeface="Arial" panose="020B0604020202020204" pitchFamily="34" charset="0"/>
              <a:buChar char="•"/>
            </a:pPr>
            <a:r>
              <a:rPr lang="fr-FR" sz="2200" dirty="0">
                <a:solidFill>
                  <a:schemeClr val="bg1"/>
                </a:solidFill>
              </a:rPr>
              <a:t>Absence de synchronisation automatique et de système d’alerte pour signaler les conflits ou incohérences //absence de prof , changement de salle</a:t>
            </a:r>
          </a:p>
        </p:txBody>
      </p:sp>
    </p:spTree>
    <p:extLst>
      <p:ext uri="{BB962C8B-B14F-4D97-AF65-F5344CB8AC3E}">
        <p14:creationId xmlns:p14="http://schemas.microsoft.com/office/powerpoint/2010/main" val="2973952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D9EBAA5-00B3-57B9-B9E0-F293A5FBEDD5}"/>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933A98FC-514A-DF47-74CE-7C7576FE3F6C}"/>
              </a:ext>
            </a:extLst>
          </p:cNvPr>
          <p:cNvSpPr txBox="1"/>
          <p:nvPr/>
        </p:nvSpPr>
        <p:spPr>
          <a:xfrm>
            <a:off x="3043953" y="314009"/>
            <a:ext cx="6100916" cy="707886"/>
          </a:xfrm>
          <a:prstGeom prst="rect">
            <a:avLst/>
          </a:prstGeom>
          <a:noFill/>
        </p:spPr>
        <p:txBody>
          <a:bodyPr wrap="square">
            <a:spAutoFit/>
          </a:bodyPr>
          <a:lstStyle/>
          <a:p>
            <a:pPr algn="ctr"/>
            <a:r>
              <a:rPr lang="fr-FR" sz="4000" dirty="0">
                <a:solidFill>
                  <a:schemeClr val="bg1"/>
                </a:solidFill>
                <a:latin typeface="Constantia" panose="02030602050306030303" pitchFamily="18" charset="0"/>
              </a:rPr>
              <a:t>Objectifs visés</a:t>
            </a:r>
            <a:endParaRPr lang="fr-FR" sz="4000" dirty="0"/>
          </a:p>
        </p:txBody>
      </p:sp>
      <p:sp>
        <p:nvSpPr>
          <p:cNvPr id="7" name="ZoneTexte 6">
            <a:extLst>
              <a:ext uri="{FF2B5EF4-FFF2-40B4-BE49-F238E27FC236}">
                <a16:creationId xmlns:a16="http://schemas.microsoft.com/office/drawing/2014/main" id="{57736D61-8B0E-7F89-F9FF-A99AFEB2F591}"/>
              </a:ext>
            </a:extLst>
          </p:cNvPr>
          <p:cNvSpPr txBox="1"/>
          <p:nvPr/>
        </p:nvSpPr>
        <p:spPr>
          <a:xfrm>
            <a:off x="2123769" y="1271016"/>
            <a:ext cx="8229600" cy="4176056"/>
          </a:xfrm>
          <a:prstGeom prst="rect">
            <a:avLst/>
          </a:prstGeom>
          <a:noFill/>
        </p:spPr>
        <p:txBody>
          <a:bodyPr wrap="square">
            <a:spAutoFit/>
          </a:bodyPr>
          <a:lstStyle/>
          <a:p>
            <a:pPr marL="342900" indent="-342900">
              <a:buFont typeface="Arial" panose="020B0604020202020204" pitchFamily="34" charset="0"/>
              <a:buChar char="•"/>
            </a:pPr>
            <a:r>
              <a:rPr lang="fr-FR" sz="2500" dirty="0">
                <a:solidFill>
                  <a:schemeClr val="bg1"/>
                </a:solidFill>
                <a:latin typeface="Verdana" panose="020B0604030504040204" pitchFamily="34" charset="0"/>
                <a:ea typeface="Verdana" panose="020B0604030504040204" pitchFamily="34" charset="0"/>
              </a:rPr>
              <a:t>Concevoir une application web efficace, dynamique, et évolutive adaptée au département d’informatique.</a:t>
            </a:r>
          </a:p>
          <a:p>
            <a:pPr marL="342900" indent="-342900">
              <a:buFont typeface="Arial" panose="020B0604020202020204" pitchFamily="34" charset="0"/>
              <a:buChar char="•"/>
            </a:pPr>
            <a:endParaRPr lang="fr-FR" sz="2500" dirty="0">
              <a:solidFill>
                <a:schemeClr val="bg1"/>
              </a:solidFill>
              <a:latin typeface="Verdana" panose="020B0604030504040204" pitchFamily="34" charset="0"/>
              <a:ea typeface="Verdana" panose="020B0604030504040204" pitchFamily="34" charset="0"/>
            </a:endParaRPr>
          </a:p>
          <a:p>
            <a:pPr marL="342900" indent="-342900">
              <a:buFont typeface="Arial" panose="020B0604020202020204" pitchFamily="34" charset="0"/>
              <a:buChar char="•"/>
            </a:pPr>
            <a:r>
              <a:rPr lang="fr-FR" sz="2500" dirty="0">
                <a:solidFill>
                  <a:schemeClr val="bg1"/>
                </a:solidFill>
                <a:latin typeface="Verdana" panose="020B0604030504040204" pitchFamily="34" charset="0"/>
                <a:ea typeface="Verdana" panose="020B0604030504040204" pitchFamily="34" charset="0"/>
              </a:rPr>
              <a:t>Centraliser les données.</a:t>
            </a:r>
          </a:p>
          <a:p>
            <a:pPr marL="342900" indent="-342900">
              <a:buFont typeface="Arial" panose="020B0604020202020204" pitchFamily="34" charset="0"/>
              <a:buChar char="•"/>
            </a:pPr>
            <a:endParaRPr lang="fr-FR" sz="2500" dirty="0">
              <a:solidFill>
                <a:schemeClr val="bg1"/>
              </a:solidFill>
              <a:latin typeface="Verdana" panose="020B0604030504040204" pitchFamily="34" charset="0"/>
              <a:ea typeface="Verdana" panose="020B0604030504040204" pitchFamily="34" charset="0"/>
            </a:endParaRPr>
          </a:p>
          <a:p>
            <a:pPr marL="342900" indent="-342900">
              <a:buFont typeface="Arial" panose="020B0604020202020204" pitchFamily="34" charset="0"/>
              <a:buChar char="•"/>
            </a:pPr>
            <a:r>
              <a:rPr lang="fr-FR" sz="2500" dirty="0">
                <a:solidFill>
                  <a:schemeClr val="bg1"/>
                </a:solidFill>
                <a:latin typeface="Verdana" panose="020B0604030504040204" pitchFamily="34" charset="0"/>
                <a:ea typeface="Verdana" panose="020B0604030504040204" pitchFamily="34" charset="0"/>
              </a:rPr>
              <a:t>Faire des mises à jour en temps réel.</a:t>
            </a:r>
          </a:p>
          <a:p>
            <a:pPr marL="342900" indent="-342900">
              <a:buFont typeface="Arial" panose="020B0604020202020204" pitchFamily="34" charset="0"/>
              <a:buChar char="•"/>
            </a:pPr>
            <a:endParaRPr lang="fr-FR" sz="2500" dirty="0">
              <a:solidFill>
                <a:schemeClr val="bg1"/>
              </a:solidFill>
              <a:latin typeface="Verdana" panose="020B0604030504040204" pitchFamily="34" charset="0"/>
              <a:ea typeface="Verdana" panose="020B0604030504040204" pitchFamily="34" charset="0"/>
            </a:endParaRPr>
          </a:p>
          <a:p>
            <a:pPr marL="342900" indent="-342900">
              <a:buFont typeface="Arial" panose="020B0604020202020204" pitchFamily="34" charset="0"/>
              <a:buChar char="•"/>
            </a:pPr>
            <a:r>
              <a:rPr lang="fr-FR" sz="2500" dirty="0">
                <a:solidFill>
                  <a:schemeClr val="bg1"/>
                </a:solidFill>
                <a:latin typeface="Verdana" panose="020B0604030504040204" pitchFamily="34" charset="0"/>
                <a:ea typeface="Verdana" panose="020B0604030504040204" pitchFamily="34" charset="0"/>
              </a:rPr>
              <a:t>Offrir une interface claire pour les étudiants, les enseignants et l’administration.</a:t>
            </a:r>
          </a:p>
          <a:p>
            <a:endParaRPr lang="fr-FR" altLang="fr-FR" dirty="0">
              <a:solidFill>
                <a:schemeClr val="bg1"/>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482143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9A80D2F-2F61-FCF3-14C2-D0DF535B82E0}"/>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C9248966-03FE-781D-2B4A-4D60C0B81021}"/>
              </a:ext>
            </a:extLst>
          </p:cNvPr>
          <p:cNvSpPr>
            <a:spLocks noGrp="1"/>
          </p:cNvSpPr>
          <p:nvPr>
            <p:ph idx="1"/>
          </p:nvPr>
        </p:nvSpPr>
        <p:spPr>
          <a:xfrm>
            <a:off x="1141412" y="550606"/>
            <a:ext cx="9905999" cy="5240595"/>
          </a:xfrm>
        </p:spPr>
        <p:txBody>
          <a:bodyPr/>
          <a:lstStyle/>
          <a:p>
            <a:pPr marL="0" indent="0" algn="ctr">
              <a:buNone/>
            </a:pPr>
            <a:endParaRPr lang="fr-FR" dirty="0"/>
          </a:p>
          <a:p>
            <a:pPr marL="0" indent="0" algn="ctr">
              <a:buNone/>
            </a:pPr>
            <a:endParaRPr lang="fr-FR" dirty="0"/>
          </a:p>
          <a:p>
            <a:pPr marL="0" indent="0" algn="ctr">
              <a:buNone/>
            </a:pPr>
            <a:endParaRPr lang="fr-FR" dirty="0"/>
          </a:p>
          <a:p>
            <a:pPr marL="0" indent="0" algn="ctr">
              <a:buNone/>
            </a:pPr>
            <a:r>
              <a:rPr lang="fr-FR" sz="6000" dirty="0">
                <a:solidFill>
                  <a:schemeClr val="bg1"/>
                </a:solidFill>
              </a:rPr>
              <a:t>Etat de l’art</a:t>
            </a:r>
          </a:p>
        </p:txBody>
      </p:sp>
    </p:spTree>
    <p:extLst>
      <p:ext uri="{BB962C8B-B14F-4D97-AF65-F5344CB8AC3E}">
        <p14:creationId xmlns:p14="http://schemas.microsoft.com/office/powerpoint/2010/main" val="203055476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632E86E-3277-01D0-16F9-B4EBEA2145BA}"/>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CA5E7250-1C22-3E3B-C73D-66566E1C10A9}"/>
              </a:ext>
            </a:extLst>
          </p:cNvPr>
          <p:cNvSpPr txBox="1"/>
          <p:nvPr/>
        </p:nvSpPr>
        <p:spPr>
          <a:xfrm>
            <a:off x="3099620" y="117697"/>
            <a:ext cx="6100916" cy="707886"/>
          </a:xfrm>
          <a:prstGeom prst="rect">
            <a:avLst/>
          </a:prstGeom>
          <a:noFill/>
        </p:spPr>
        <p:txBody>
          <a:bodyPr wrap="square">
            <a:spAutoFit/>
          </a:bodyPr>
          <a:lstStyle/>
          <a:p>
            <a:pPr algn="ctr"/>
            <a:r>
              <a:rPr lang="fr-FR" altLang="fr-FR" sz="4000" dirty="0">
                <a:solidFill>
                  <a:schemeClr val="bg1"/>
                </a:solidFill>
                <a:latin typeface="Constantia" panose="02030602050306030303" pitchFamily="18" charset="0"/>
              </a:rPr>
              <a:t>Etat de l’art</a:t>
            </a:r>
            <a:endParaRPr lang="fr-FR" sz="4000" dirty="0"/>
          </a:p>
        </p:txBody>
      </p:sp>
      <p:sp>
        <p:nvSpPr>
          <p:cNvPr id="7" name="ZoneTexte 6">
            <a:extLst>
              <a:ext uri="{FF2B5EF4-FFF2-40B4-BE49-F238E27FC236}">
                <a16:creationId xmlns:a16="http://schemas.microsoft.com/office/drawing/2014/main" id="{1A7224A7-1B70-554D-68ED-B932424901E3}"/>
              </a:ext>
            </a:extLst>
          </p:cNvPr>
          <p:cNvSpPr txBox="1"/>
          <p:nvPr/>
        </p:nvSpPr>
        <p:spPr>
          <a:xfrm>
            <a:off x="1976284" y="1880615"/>
            <a:ext cx="8347588" cy="2677656"/>
          </a:xfrm>
          <a:prstGeom prst="rect">
            <a:avLst/>
          </a:prstGeom>
          <a:noFill/>
        </p:spPr>
        <p:txBody>
          <a:bodyPr wrap="square">
            <a:spAutoFit/>
          </a:bodyPr>
          <a:lstStyle/>
          <a:p>
            <a:r>
              <a:rPr lang="fr-FR" sz="2800" dirty="0">
                <a:solidFill>
                  <a:schemeClr val="bg1"/>
                </a:solidFill>
              </a:rPr>
              <a:t> Une application web de gestion des emplois du temps est un logiciel en ligne visant à automatiser la planification, la modification et la consultation des emplois du temps, tout en respectant les contraintes prédéfinies. Elle permet un accès en temps réel aux informations pour les différents acteurs concernés.</a:t>
            </a:r>
            <a:endParaRPr lang="fr-FR" altLang="fr-FR" sz="2800" dirty="0">
              <a:solidFill>
                <a:schemeClr val="bg1"/>
              </a:solidFill>
              <a:latin typeface="Verdana" panose="020B0604030504040204" pitchFamily="34" charset="0"/>
              <a:ea typeface="Verdana" panose="020B0604030504040204" pitchFamily="34" charset="0"/>
            </a:endParaRPr>
          </a:p>
        </p:txBody>
      </p:sp>
      <p:sp>
        <p:nvSpPr>
          <p:cNvPr id="2" name="ZoneTexte 1">
            <a:extLst>
              <a:ext uri="{FF2B5EF4-FFF2-40B4-BE49-F238E27FC236}">
                <a16:creationId xmlns:a16="http://schemas.microsoft.com/office/drawing/2014/main" id="{E1BBD593-F334-651E-B304-48D1CE7AA9E2}"/>
              </a:ext>
            </a:extLst>
          </p:cNvPr>
          <p:cNvSpPr txBox="1"/>
          <p:nvPr/>
        </p:nvSpPr>
        <p:spPr>
          <a:xfrm>
            <a:off x="3045542" y="1060711"/>
            <a:ext cx="6100916" cy="584775"/>
          </a:xfrm>
          <a:prstGeom prst="rect">
            <a:avLst/>
          </a:prstGeom>
          <a:noFill/>
        </p:spPr>
        <p:txBody>
          <a:bodyPr wrap="square">
            <a:spAutoFit/>
          </a:bodyPr>
          <a:lstStyle/>
          <a:p>
            <a:pPr algn="ctr"/>
            <a:r>
              <a:rPr lang="fr-FR" altLang="fr-FR" sz="3200" dirty="0">
                <a:solidFill>
                  <a:schemeClr val="bg1"/>
                </a:solidFill>
                <a:latin typeface="Constantia" panose="02030602050306030303" pitchFamily="18" charset="0"/>
              </a:rPr>
              <a:t>Définition</a:t>
            </a:r>
            <a:endParaRPr lang="fr-FR" sz="3200" dirty="0"/>
          </a:p>
        </p:txBody>
      </p:sp>
    </p:spTree>
    <p:extLst>
      <p:ext uri="{BB962C8B-B14F-4D97-AF65-F5344CB8AC3E}">
        <p14:creationId xmlns:p14="http://schemas.microsoft.com/office/powerpoint/2010/main" val="3532963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559F8CB-8668-1939-88D2-6442EA36F0A2}"/>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95F28457-8D66-C927-A48D-4D7366D809EE}"/>
              </a:ext>
            </a:extLst>
          </p:cNvPr>
          <p:cNvSpPr txBox="1"/>
          <p:nvPr/>
        </p:nvSpPr>
        <p:spPr>
          <a:xfrm>
            <a:off x="3099620" y="127857"/>
            <a:ext cx="6100916" cy="707886"/>
          </a:xfrm>
          <a:prstGeom prst="rect">
            <a:avLst/>
          </a:prstGeom>
          <a:noFill/>
        </p:spPr>
        <p:txBody>
          <a:bodyPr wrap="square">
            <a:spAutoFit/>
          </a:bodyPr>
          <a:lstStyle/>
          <a:p>
            <a:pPr algn="ctr"/>
            <a:r>
              <a:rPr lang="fr-FR" altLang="fr-FR" sz="4000" dirty="0">
                <a:solidFill>
                  <a:schemeClr val="bg1"/>
                </a:solidFill>
                <a:latin typeface="Constantia" panose="02030602050306030303" pitchFamily="18" charset="0"/>
              </a:rPr>
              <a:t>Etat de l’art</a:t>
            </a:r>
            <a:endParaRPr lang="fr-FR" sz="4000" dirty="0"/>
          </a:p>
        </p:txBody>
      </p:sp>
      <p:sp>
        <p:nvSpPr>
          <p:cNvPr id="7" name="ZoneTexte 6">
            <a:extLst>
              <a:ext uri="{FF2B5EF4-FFF2-40B4-BE49-F238E27FC236}">
                <a16:creationId xmlns:a16="http://schemas.microsoft.com/office/drawing/2014/main" id="{498EFE0D-3F6A-2DE6-CD4A-32B04D6C45CC}"/>
              </a:ext>
            </a:extLst>
          </p:cNvPr>
          <p:cNvSpPr txBox="1"/>
          <p:nvPr/>
        </p:nvSpPr>
        <p:spPr>
          <a:xfrm>
            <a:off x="1976284" y="1880615"/>
            <a:ext cx="8347588" cy="3416320"/>
          </a:xfrm>
          <a:prstGeom prst="rect">
            <a:avLst/>
          </a:prstGeom>
          <a:noFill/>
        </p:spPr>
        <p:txBody>
          <a:bodyPr wrap="square">
            <a:spAutoFit/>
          </a:bodyPr>
          <a:lstStyle/>
          <a:p>
            <a:pPr marL="285750" indent="-285750">
              <a:buFont typeface="Arial" panose="020B0604020202020204" pitchFamily="34" charset="0"/>
              <a:buChar char="•"/>
            </a:pPr>
            <a:r>
              <a:rPr lang="fr-FR" dirty="0">
                <a:solidFill>
                  <a:schemeClr val="bg1"/>
                </a:solidFill>
              </a:rPr>
              <a:t>Accès simplifié aux utilisateurs //peuvent consulter les emplois du temps depuis tout appareil disposant d’une connexion Internet.</a:t>
            </a:r>
          </a:p>
          <a:p>
            <a:pPr marL="285750" indent="-285750">
              <a:buFont typeface="Arial" panose="020B0604020202020204" pitchFamily="34" charset="0"/>
              <a:buChar char="•"/>
            </a:pPr>
            <a:r>
              <a:rPr lang="fr-FR" dirty="0">
                <a:solidFill>
                  <a:schemeClr val="bg1"/>
                </a:solidFill>
              </a:rPr>
              <a:t>Réduction des erreurs //l’automatisation limite les oublis et les conflits d’horaires.</a:t>
            </a:r>
          </a:p>
          <a:p>
            <a:pPr marL="285750" indent="-285750">
              <a:buFont typeface="Arial" panose="020B0604020202020204" pitchFamily="34" charset="0"/>
              <a:buChar char="•"/>
            </a:pPr>
            <a:r>
              <a:rPr lang="fr-FR" dirty="0">
                <a:solidFill>
                  <a:schemeClr val="bg1"/>
                </a:solidFill>
              </a:rPr>
              <a:t>Accessibilité permanente // les emplois du temps sont disponibles en ligne, à tout moment et pour tous les acteurs concernés.</a:t>
            </a:r>
          </a:p>
          <a:p>
            <a:pPr marL="285750" indent="-285750">
              <a:buFont typeface="Arial" panose="020B0604020202020204" pitchFamily="34" charset="0"/>
              <a:buChar char="•"/>
            </a:pPr>
            <a:r>
              <a:rPr lang="fr-FR" dirty="0">
                <a:solidFill>
                  <a:schemeClr val="bg1"/>
                </a:solidFill>
              </a:rPr>
              <a:t>Réactivité accrue // toute modification est instantanément visible par l’ensemble des utilisateurs.</a:t>
            </a:r>
          </a:p>
          <a:p>
            <a:pPr marL="285750" indent="-285750">
              <a:buFont typeface="Arial" panose="020B0604020202020204" pitchFamily="34" charset="0"/>
              <a:buChar char="•"/>
            </a:pPr>
            <a:r>
              <a:rPr lang="fr-FR" dirty="0">
                <a:solidFill>
                  <a:schemeClr val="bg1"/>
                </a:solidFill>
              </a:rPr>
              <a:t>Meilleure coordination // les parties prenantes sont informées en temps réel des changements apportés.</a:t>
            </a:r>
          </a:p>
          <a:p>
            <a:pPr marL="285750" indent="-285750">
              <a:buFont typeface="Arial" panose="020B0604020202020204" pitchFamily="34" charset="0"/>
              <a:buChar char="•"/>
            </a:pPr>
            <a:r>
              <a:rPr lang="fr-FR" dirty="0">
                <a:solidFill>
                  <a:schemeClr val="bg1"/>
                </a:solidFill>
              </a:rPr>
              <a:t>Centralisation des informations // un seul outil permet de gérer et consulter les emplois du temps, sans recourir à d’autres supports.</a:t>
            </a:r>
          </a:p>
          <a:p>
            <a:pPr marL="285750" indent="-285750">
              <a:buFont typeface="Arial" panose="020B0604020202020204" pitchFamily="34" charset="0"/>
              <a:buChar char="•"/>
            </a:pPr>
            <a:r>
              <a:rPr lang="fr-FR" dirty="0">
                <a:solidFill>
                  <a:schemeClr val="bg1"/>
                </a:solidFill>
              </a:rPr>
              <a:t>Traçabilité des modifications // chaque changement est enregistré et peut être vérifié </a:t>
            </a:r>
          </a:p>
        </p:txBody>
      </p:sp>
      <p:sp>
        <p:nvSpPr>
          <p:cNvPr id="2" name="ZoneTexte 1">
            <a:extLst>
              <a:ext uri="{FF2B5EF4-FFF2-40B4-BE49-F238E27FC236}">
                <a16:creationId xmlns:a16="http://schemas.microsoft.com/office/drawing/2014/main" id="{B31913BD-DB4F-CFAF-F1D2-569A753360A2}"/>
              </a:ext>
            </a:extLst>
          </p:cNvPr>
          <p:cNvSpPr txBox="1"/>
          <p:nvPr/>
        </p:nvSpPr>
        <p:spPr>
          <a:xfrm>
            <a:off x="3045542" y="976290"/>
            <a:ext cx="6100916" cy="584775"/>
          </a:xfrm>
          <a:prstGeom prst="rect">
            <a:avLst/>
          </a:prstGeom>
          <a:noFill/>
        </p:spPr>
        <p:txBody>
          <a:bodyPr wrap="square">
            <a:spAutoFit/>
          </a:bodyPr>
          <a:lstStyle/>
          <a:p>
            <a:pPr algn="ctr"/>
            <a:r>
              <a:rPr lang="fr-FR" altLang="fr-FR" sz="3200" dirty="0">
                <a:solidFill>
                  <a:schemeClr val="bg1"/>
                </a:solidFill>
                <a:latin typeface="Constantia" panose="02030602050306030303" pitchFamily="18" charset="0"/>
              </a:rPr>
              <a:t>Avantage</a:t>
            </a:r>
            <a:endParaRPr lang="fr-FR" sz="3200" dirty="0"/>
          </a:p>
        </p:txBody>
      </p:sp>
    </p:spTree>
    <p:extLst>
      <p:ext uri="{BB962C8B-B14F-4D97-AF65-F5344CB8AC3E}">
        <p14:creationId xmlns:p14="http://schemas.microsoft.com/office/powerpoint/2010/main" val="758120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7F1EE23-3C5A-E895-E18C-D7F2DCA74184}"/>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D4574E44-1118-A961-C051-FD214FF88BC1}"/>
              </a:ext>
            </a:extLst>
          </p:cNvPr>
          <p:cNvSpPr txBox="1"/>
          <p:nvPr/>
        </p:nvSpPr>
        <p:spPr>
          <a:xfrm>
            <a:off x="3099620" y="127857"/>
            <a:ext cx="6100916" cy="707886"/>
          </a:xfrm>
          <a:prstGeom prst="rect">
            <a:avLst/>
          </a:prstGeom>
          <a:noFill/>
        </p:spPr>
        <p:txBody>
          <a:bodyPr wrap="square">
            <a:spAutoFit/>
          </a:bodyPr>
          <a:lstStyle/>
          <a:p>
            <a:pPr algn="ctr"/>
            <a:r>
              <a:rPr lang="fr-FR" altLang="fr-FR" sz="4000" dirty="0">
                <a:solidFill>
                  <a:schemeClr val="bg1"/>
                </a:solidFill>
                <a:latin typeface="Constantia" panose="02030602050306030303" pitchFamily="18" charset="0"/>
              </a:rPr>
              <a:t>Etat de l’art</a:t>
            </a:r>
            <a:endParaRPr lang="fr-FR" sz="4000" dirty="0"/>
          </a:p>
        </p:txBody>
      </p:sp>
      <p:sp>
        <p:nvSpPr>
          <p:cNvPr id="7" name="ZoneTexte 6">
            <a:extLst>
              <a:ext uri="{FF2B5EF4-FFF2-40B4-BE49-F238E27FC236}">
                <a16:creationId xmlns:a16="http://schemas.microsoft.com/office/drawing/2014/main" id="{2DC4CC36-3CB4-32BA-1045-F86B49D78881}"/>
              </a:ext>
            </a:extLst>
          </p:cNvPr>
          <p:cNvSpPr txBox="1"/>
          <p:nvPr/>
        </p:nvSpPr>
        <p:spPr>
          <a:xfrm>
            <a:off x="1976284" y="1880615"/>
            <a:ext cx="8347588" cy="3647152"/>
          </a:xfrm>
          <a:prstGeom prst="rect">
            <a:avLst/>
          </a:prstGeom>
          <a:noFill/>
        </p:spPr>
        <p:txBody>
          <a:bodyPr wrap="square">
            <a:spAutoFit/>
          </a:bodyPr>
          <a:lstStyle/>
          <a:p>
            <a:pPr marL="285750" indent="-285750">
              <a:buFont typeface="Arial" panose="020B0604020202020204" pitchFamily="34" charset="0"/>
              <a:buChar char="•"/>
            </a:pPr>
            <a:r>
              <a:rPr lang="fr-FR" sz="2100" dirty="0">
                <a:solidFill>
                  <a:schemeClr val="bg1"/>
                </a:solidFill>
              </a:rPr>
              <a:t>L’accès à l’application est conditionné par la disponibilité du réseau Internet et du serveur.</a:t>
            </a:r>
          </a:p>
          <a:p>
            <a:pPr marL="285750" indent="-285750">
              <a:buFont typeface="Arial" panose="020B0604020202020204" pitchFamily="34" charset="0"/>
              <a:buChar char="•"/>
            </a:pPr>
            <a:r>
              <a:rPr lang="fr-FR" sz="2100" dirty="0">
                <a:solidFill>
                  <a:schemeClr val="bg1"/>
                </a:solidFill>
              </a:rPr>
              <a:t>Nécessité de maintenance continue // des interventions techniques régulières sont requises pour assurer la stabilité, la sécurité et la compatibilité de la plateforme.</a:t>
            </a:r>
          </a:p>
          <a:p>
            <a:pPr marL="285750" indent="-285750">
              <a:buFont typeface="Arial" panose="020B0604020202020204" pitchFamily="34" charset="0"/>
              <a:buChar char="•"/>
            </a:pPr>
            <a:r>
              <a:rPr lang="fr-FR" sz="2100" dirty="0">
                <a:solidFill>
                  <a:schemeClr val="bg1"/>
                </a:solidFill>
              </a:rPr>
              <a:t>Certains utilisateurs peuvent éprouver des réticences face à l’abandon des méthodes traditionnelles.</a:t>
            </a:r>
          </a:p>
          <a:p>
            <a:pPr marL="285750" indent="-285750">
              <a:buFont typeface="Arial" panose="020B0604020202020204" pitchFamily="34" charset="0"/>
              <a:buChar char="•"/>
            </a:pPr>
            <a:r>
              <a:rPr lang="fr-FR" sz="2100" dirty="0">
                <a:solidFill>
                  <a:schemeClr val="bg1"/>
                </a:solidFill>
              </a:rPr>
              <a:t>L’extension du système à d’autres usages peut nécessiter des ajustements techniques importants.</a:t>
            </a:r>
          </a:p>
          <a:p>
            <a:pPr marL="285750" indent="-285750">
              <a:buFont typeface="Arial" panose="020B0604020202020204" pitchFamily="34" charset="0"/>
              <a:buChar char="•"/>
            </a:pPr>
            <a:r>
              <a:rPr lang="fr-FR" sz="2100" dirty="0">
                <a:solidFill>
                  <a:schemeClr val="bg1"/>
                </a:solidFill>
              </a:rPr>
              <a:t>Une sensibilisation et un accompagnement sont nécessaires, en particulier pour les utilisateurs peu familiers avec les outils numériques.</a:t>
            </a:r>
          </a:p>
        </p:txBody>
      </p:sp>
      <p:sp>
        <p:nvSpPr>
          <p:cNvPr id="2" name="ZoneTexte 1">
            <a:extLst>
              <a:ext uri="{FF2B5EF4-FFF2-40B4-BE49-F238E27FC236}">
                <a16:creationId xmlns:a16="http://schemas.microsoft.com/office/drawing/2014/main" id="{E5ADB266-CCF3-D3C6-FB22-99F6692A20AC}"/>
              </a:ext>
            </a:extLst>
          </p:cNvPr>
          <p:cNvSpPr txBox="1"/>
          <p:nvPr/>
        </p:nvSpPr>
        <p:spPr>
          <a:xfrm>
            <a:off x="3099620" y="1065791"/>
            <a:ext cx="6100916" cy="584775"/>
          </a:xfrm>
          <a:prstGeom prst="rect">
            <a:avLst/>
          </a:prstGeom>
          <a:noFill/>
        </p:spPr>
        <p:txBody>
          <a:bodyPr wrap="square">
            <a:spAutoFit/>
          </a:bodyPr>
          <a:lstStyle/>
          <a:p>
            <a:pPr algn="ctr"/>
            <a:r>
              <a:rPr lang="fr-FR" altLang="fr-FR" sz="3200" dirty="0">
                <a:solidFill>
                  <a:schemeClr val="bg1"/>
                </a:solidFill>
                <a:latin typeface="Constantia" panose="02030602050306030303" pitchFamily="18" charset="0"/>
              </a:rPr>
              <a:t>Inconvénient</a:t>
            </a:r>
            <a:endParaRPr lang="fr-FR" sz="3200" dirty="0"/>
          </a:p>
        </p:txBody>
      </p:sp>
    </p:spTree>
    <p:extLst>
      <p:ext uri="{BB962C8B-B14F-4D97-AF65-F5344CB8AC3E}">
        <p14:creationId xmlns:p14="http://schemas.microsoft.com/office/powerpoint/2010/main" val="2750032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3221AC5-9384-F8B2-B987-5297202AEB95}"/>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BFC284DE-5976-2419-28A0-1DA9E935043D}"/>
              </a:ext>
            </a:extLst>
          </p:cNvPr>
          <p:cNvSpPr>
            <a:spLocks noGrp="1"/>
          </p:cNvSpPr>
          <p:nvPr>
            <p:ph idx="1"/>
          </p:nvPr>
        </p:nvSpPr>
        <p:spPr>
          <a:xfrm>
            <a:off x="1141412" y="550606"/>
            <a:ext cx="9905999" cy="5240595"/>
          </a:xfrm>
        </p:spPr>
        <p:txBody>
          <a:bodyPr/>
          <a:lstStyle/>
          <a:p>
            <a:pPr marL="0" indent="0" algn="ctr">
              <a:buNone/>
            </a:pPr>
            <a:endParaRPr lang="fr-FR" dirty="0"/>
          </a:p>
          <a:p>
            <a:pPr marL="0" indent="0" algn="ctr">
              <a:buNone/>
            </a:pPr>
            <a:endParaRPr lang="fr-FR" dirty="0"/>
          </a:p>
          <a:p>
            <a:pPr marL="0" indent="0" algn="ctr">
              <a:buNone/>
            </a:pPr>
            <a:endParaRPr lang="fr-FR" dirty="0"/>
          </a:p>
          <a:p>
            <a:pPr marL="0" indent="0" algn="ctr">
              <a:buNone/>
            </a:pPr>
            <a:r>
              <a:rPr lang="fr-FR" sz="6000" dirty="0">
                <a:solidFill>
                  <a:schemeClr val="bg1"/>
                </a:solidFill>
              </a:rPr>
              <a:t>Conception</a:t>
            </a:r>
          </a:p>
        </p:txBody>
      </p:sp>
    </p:spTree>
    <p:extLst>
      <p:ext uri="{BB962C8B-B14F-4D97-AF65-F5344CB8AC3E}">
        <p14:creationId xmlns:p14="http://schemas.microsoft.com/office/powerpoint/2010/main" val="2732125595"/>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419"/>
        <p:cNvGrpSpPr/>
        <p:nvPr/>
      </p:nvGrpSpPr>
      <p:grpSpPr>
        <a:xfrm>
          <a:off x="0" y="0"/>
          <a:ext cx="0" cy="0"/>
          <a:chOff x="0" y="0"/>
          <a:chExt cx="0" cy="0"/>
        </a:xfrm>
      </p:grpSpPr>
      <p:sp>
        <p:nvSpPr>
          <p:cNvPr id="428" name="Google Shape;428;p40"/>
          <p:cNvSpPr/>
          <p:nvPr/>
        </p:nvSpPr>
        <p:spPr>
          <a:xfrm>
            <a:off x="6533905" y="1509432"/>
            <a:ext cx="563973" cy="700150"/>
          </a:xfrm>
          <a:custGeom>
            <a:avLst/>
            <a:gdLst/>
            <a:ahLst/>
            <a:cxnLst/>
            <a:rect l="l" t="t" r="r" b="b"/>
            <a:pathLst>
              <a:path w="11689" h="11758" extrusionOk="0">
                <a:moveTo>
                  <a:pt x="8538" y="2747"/>
                </a:moveTo>
                <a:cubicBezTo>
                  <a:pt x="8727" y="2747"/>
                  <a:pt x="8853" y="2905"/>
                  <a:pt x="8853" y="3094"/>
                </a:cubicBezTo>
                <a:cubicBezTo>
                  <a:pt x="8885" y="3251"/>
                  <a:pt x="8727" y="3409"/>
                  <a:pt x="8538" y="3409"/>
                </a:cubicBezTo>
                <a:cubicBezTo>
                  <a:pt x="8444" y="3409"/>
                  <a:pt x="8381" y="3377"/>
                  <a:pt x="8286" y="3346"/>
                </a:cubicBezTo>
                <a:lnTo>
                  <a:pt x="8538" y="2747"/>
                </a:lnTo>
                <a:close/>
                <a:moveTo>
                  <a:pt x="3277" y="1581"/>
                </a:moveTo>
                <a:cubicBezTo>
                  <a:pt x="3844" y="1581"/>
                  <a:pt x="4316" y="2023"/>
                  <a:pt x="4316" y="2590"/>
                </a:cubicBezTo>
                <a:cubicBezTo>
                  <a:pt x="4316" y="3157"/>
                  <a:pt x="3844" y="3598"/>
                  <a:pt x="3277" y="3598"/>
                </a:cubicBezTo>
                <a:cubicBezTo>
                  <a:pt x="2741" y="3598"/>
                  <a:pt x="2269" y="3157"/>
                  <a:pt x="2269" y="2590"/>
                </a:cubicBezTo>
                <a:cubicBezTo>
                  <a:pt x="2269" y="1991"/>
                  <a:pt x="2741" y="1581"/>
                  <a:pt x="3277" y="1581"/>
                </a:cubicBezTo>
                <a:close/>
                <a:moveTo>
                  <a:pt x="9231" y="5457"/>
                </a:moveTo>
                <a:cubicBezTo>
                  <a:pt x="9672" y="5457"/>
                  <a:pt x="10050" y="5740"/>
                  <a:pt x="10208" y="6150"/>
                </a:cubicBezTo>
                <a:lnTo>
                  <a:pt x="8286" y="6150"/>
                </a:lnTo>
                <a:cubicBezTo>
                  <a:pt x="8412" y="5772"/>
                  <a:pt x="8759" y="5457"/>
                  <a:pt x="9231" y="5457"/>
                </a:cubicBezTo>
                <a:close/>
                <a:moveTo>
                  <a:pt x="10932" y="6843"/>
                </a:moveTo>
                <a:lnTo>
                  <a:pt x="10932" y="7504"/>
                </a:lnTo>
                <a:lnTo>
                  <a:pt x="5262" y="7504"/>
                </a:lnTo>
                <a:lnTo>
                  <a:pt x="5262" y="6843"/>
                </a:lnTo>
                <a:close/>
                <a:moveTo>
                  <a:pt x="3403" y="4291"/>
                </a:moveTo>
                <a:cubicBezTo>
                  <a:pt x="4064" y="4322"/>
                  <a:pt x="4631" y="4921"/>
                  <a:pt x="4631" y="5583"/>
                </a:cubicBezTo>
                <a:lnTo>
                  <a:pt x="4631" y="7725"/>
                </a:lnTo>
                <a:cubicBezTo>
                  <a:pt x="4348" y="7567"/>
                  <a:pt x="4033" y="7441"/>
                  <a:pt x="3686" y="7441"/>
                </a:cubicBezTo>
                <a:lnTo>
                  <a:pt x="3340" y="7441"/>
                </a:lnTo>
                <a:lnTo>
                  <a:pt x="3340" y="6402"/>
                </a:lnTo>
                <a:cubicBezTo>
                  <a:pt x="3340" y="6213"/>
                  <a:pt x="3182" y="6055"/>
                  <a:pt x="2962" y="6055"/>
                </a:cubicBezTo>
                <a:cubicBezTo>
                  <a:pt x="2773" y="6055"/>
                  <a:pt x="2615" y="6213"/>
                  <a:pt x="2615" y="6402"/>
                </a:cubicBezTo>
                <a:lnTo>
                  <a:pt x="2615" y="7788"/>
                </a:lnTo>
                <a:cubicBezTo>
                  <a:pt x="2615" y="7977"/>
                  <a:pt x="2773" y="8134"/>
                  <a:pt x="2962" y="8134"/>
                </a:cubicBezTo>
                <a:lnTo>
                  <a:pt x="3655" y="8134"/>
                </a:lnTo>
                <a:cubicBezTo>
                  <a:pt x="4064" y="8134"/>
                  <a:pt x="4474" y="8418"/>
                  <a:pt x="4600" y="8828"/>
                </a:cubicBezTo>
                <a:lnTo>
                  <a:pt x="1985" y="8828"/>
                </a:lnTo>
                <a:lnTo>
                  <a:pt x="1985" y="5583"/>
                </a:lnTo>
                <a:lnTo>
                  <a:pt x="2080" y="5583"/>
                </a:lnTo>
                <a:cubicBezTo>
                  <a:pt x="2080" y="5236"/>
                  <a:pt x="2237" y="4858"/>
                  <a:pt x="2458" y="4637"/>
                </a:cubicBezTo>
                <a:cubicBezTo>
                  <a:pt x="2741" y="4385"/>
                  <a:pt x="3056" y="4291"/>
                  <a:pt x="3403" y="4291"/>
                </a:cubicBezTo>
                <a:close/>
                <a:moveTo>
                  <a:pt x="1040" y="4795"/>
                </a:moveTo>
                <a:cubicBezTo>
                  <a:pt x="1229" y="4795"/>
                  <a:pt x="1418" y="4952"/>
                  <a:pt x="1418" y="5141"/>
                </a:cubicBezTo>
                <a:lnTo>
                  <a:pt x="1418" y="9174"/>
                </a:lnTo>
                <a:lnTo>
                  <a:pt x="1418" y="9300"/>
                </a:lnTo>
                <a:cubicBezTo>
                  <a:pt x="1449" y="9458"/>
                  <a:pt x="1575" y="9521"/>
                  <a:pt x="1733" y="9521"/>
                </a:cubicBezTo>
                <a:lnTo>
                  <a:pt x="5860" y="9521"/>
                </a:lnTo>
                <a:cubicBezTo>
                  <a:pt x="6049" y="9521"/>
                  <a:pt x="6175" y="9678"/>
                  <a:pt x="6175" y="9836"/>
                </a:cubicBezTo>
                <a:lnTo>
                  <a:pt x="6175" y="10938"/>
                </a:lnTo>
                <a:lnTo>
                  <a:pt x="693" y="10938"/>
                </a:lnTo>
                <a:lnTo>
                  <a:pt x="693" y="5141"/>
                </a:lnTo>
                <a:cubicBezTo>
                  <a:pt x="693" y="4952"/>
                  <a:pt x="851" y="4795"/>
                  <a:pt x="1040" y="4795"/>
                </a:cubicBezTo>
                <a:close/>
                <a:moveTo>
                  <a:pt x="7656" y="8197"/>
                </a:moveTo>
                <a:cubicBezTo>
                  <a:pt x="7971" y="8260"/>
                  <a:pt x="8254" y="8576"/>
                  <a:pt x="8254" y="8922"/>
                </a:cubicBezTo>
                <a:lnTo>
                  <a:pt x="8254" y="10938"/>
                </a:lnTo>
                <a:lnTo>
                  <a:pt x="6868" y="10938"/>
                </a:lnTo>
                <a:lnTo>
                  <a:pt x="6868" y="9836"/>
                </a:lnTo>
                <a:cubicBezTo>
                  <a:pt x="6868" y="9269"/>
                  <a:pt x="6396" y="8796"/>
                  <a:pt x="5860" y="8796"/>
                </a:cubicBezTo>
                <a:lnTo>
                  <a:pt x="5388" y="8796"/>
                </a:lnTo>
                <a:cubicBezTo>
                  <a:pt x="5356" y="8576"/>
                  <a:pt x="5230" y="8386"/>
                  <a:pt x="5104" y="8197"/>
                </a:cubicBezTo>
                <a:close/>
                <a:moveTo>
                  <a:pt x="9185" y="1"/>
                </a:moveTo>
                <a:cubicBezTo>
                  <a:pt x="9049" y="1"/>
                  <a:pt x="8908" y="88"/>
                  <a:pt x="8885" y="227"/>
                </a:cubicBezTo>
                <a:lnTo>
                  <a:pt x="6837" y="5078"/>
                </a:lnTo>
                <a:cubicBezTo>
                  <a:pt x="6774" y="5236"/>
                  <a:pt x="6837" y="5457"/>
                  <a:pt x="7026" y="5520"/>
                </a:cubicBezTo>
                <a:cubicBezTo>
                  <a:pt x="7089" y="5520"/>
                  <a:pt x="7120" y="5551"/>
                  <a:pt x="7152" y="5551"/>
                </a:cubicBezTo>
                <a:cubicBezTo>
                  <a:pt x="7278" y="5551"/>
                  <a:pt x="7435" y="5457"/>
                  <a:pt x="7467" y="5362"/>
                </a:cubicBezTo>
                <a:lnTo>
                  <a:pt x="8034" y="4039"/>
                </a:lnTo>
                <a:cubicBezTo>
                  <a:pt x="8191" y="4133"/>
                  <a:pt x="8349" y="4165"/>
                  <a:pt x="8538" y="4165"/>
                </a:cubicBezTo>
                <a:cubicBezTo>
                  <a:pt x="8664" y="4165"/>
                  <a:pt x="8759" y="4133"/>
                  <a:pt x="8885" y="4133"/>
                </a:cubicBezTo>
                <a:lnTo>
                  <a:pt x="8885" y="4921"/>
                </a:lnTo>
                <a:cubicBezTo>
                  <a:pt x="8223" y="5047"/>
                  <a:pt x="7719" y="5583"/>
                  <a:pt x="7561" y="6244"/>
                </a:cubicBezTo>
                <a:lnTo>
                  <a:pt x="5293" y="6244"/>
                </a:lnTo>
                <a:lnTo>
                  <a:pt x="5293" y="5709"/>
                </a:lnTo>
                <a:cubicBezTo>
                  <a:pt x="5293" y="4984"/>
                  <a:pt x="4915" y="4354"/>
                  <a:pt x="4348" y="4007"/>
                </a:cubicBezTo>
                <a:cubicBezTo>
                  <a:pt x="4757" y="3692"/>
                  <a:pt x="4978" y="3220"/>
                  <a:pt x="4978" y="2653"/>
                </a:cubicBezTo>
                <a:cubicBezTo>
                  <a:pt x="4978" y="1707"/>
                  <a:pt x="4253" y="983"/>
                  <a:pt x="3308" y="983"/>
                </a:cubicBezTo>
                <a:cubicBezTo>
                  <a:pt x="2363" y="983"/>
                  <a:pt x="1607" y="1707"/>
                  <a:pt x="1607" y="2653"/>
                </a:cubicBezTo>
                <a:cubicBezTo>
                  <a:pt x="1607" y="3220"/>
                  <a:pt x="1890" y="3724"/>
                  <a:pt x="2269" y="4039"/>
                </a:cubicBezTo>
                <a:cubicBezTo>
                  <a:pt x="2143" y="4133"/>
                  <a:pt x="2080" y="4196"/>
                  <a:pt x="1985" y="4291"/>
                </a:cubicBezTo>
                <a:cubicBezTo>
                  <a:pt x="1922" y="4354"/>
                  <a:pt x="1827" y="4448"/>
                  <a:pt x="1764" y="4543"/>
                </a:cubicBezTo>
                <a:cubicBezTo>
                  <a:pt x="1575" y="4354"/>
                  <a:pt x="1323" y="4228"/>
                  <a:pt x="1008" y="4228"/>
                </a:cubicBezTo>
                <a:cubicBezTo>
                  <a:pt x="473" y="4228"/>
                  <a:pt x="0" y="4700"/>
                  <a:pt x="0" y="5268"/>
                </a:cubicBezTo>
                <a:lnTo>
                  <a:pt x="0" y="11411"/>
                </a:lnTo>
                <a:cubicBezTo>
                  <a:pt x="0" y="11600"/>
                  <a:pt x="158" y="11758"/>
                  <a:pt x="347" y="11758"/>
                </a:cubicBezTo>
                <a:lnTo>
                  <a:pt x="8570" y="11758"/>
                </a:lnTo>
                <a:cubicBezTo>
                  <a:pt x="8759" y="11758"/>
                  <a:pt x="8916" y="11600"/>
                  <a:pt x="8916" y="11411"/>
                </a:cubicBezTo>
                <a:lnTo>
                  <a:pt x="8916" y="9048"/>
                </a:lnTo>
                <a:cubicBezTo>
                  <a:pt x="8916" y="8765"/>
                  <a:pt x="8853" y="8544"/>
                  <a:pt x="8727" y="8292"/>
                </a:cubicBezTo>
                <a:lnTo>
                  <a:pt x="11342" y="8292"/>
                </a:lnTo>
                <a:cubicBezTo>
                  <a:pt x="11531" y="8292"/>
                  <a:pt x="11689" y="8134"/>
                  <a:pt x="11689" y="7945"/>
                </a:cubicBezTo>
                <a:lnTo>
                  <a:pt x="11689" y="6559"/>
                </a:lnTo>
                <a:cubicBezTo>
                  <a:pt x="11689" y="6339"/>
                  <a:pt x="11531" y="6181"/>
                  <a:pt x="11310" y="6181"/>
                </a:cubicBezTo>
                <a:lnTo>
                  <a:pt x="10901" y="6181"/>
                </a:lnTo>
                <a:cubicBezTo>
                  <a:pt x="10775" y="5520"/>
                  <a:pt x="10239" y="4984"/>
                  <a:pt x="9546" y="4826"/>
                </a:cubicBezTo>
                <a:lnTo>
                  <a:pt x="9546" y="3094"/>
                </a:lnTo>
                <a:cubicBezTo>
                  <a:pt x="9546" y="2621"/>
                  <a:pt x="9231" y="2243"/>
                  <a:pt x="8790" y="2117"/>
                </a:cubicBezTo>
                <a:lnTo>
                  <a:pt x="9515" y="447"/>
                </a:lnTo>
                <a:cubicBezTo>
                  <a:pt x="9578" y="290"/>
                  <a:pt x="9515" y="69"/>
                  <a:pt x="9326" y="38"/>
                </a:cubicBezTo>
                <a:cubicBezTo>
                  <a:pt x="9283" y="12"/>
                  <a:pt x="9234" y="1"/>
                  <a:pt x="9185" y="1"/>
                </a:cubicBezTo>
                <a:close/>
              </a:path>
            </a:pathLst>
          </a:custGeom>
          <a:ln/>
        </p:spPr>
        <p:style>
          <a:lnRef idx="2">
            <a:schemeClr val="accent1"/>
          </a:lnRef>
          <a:fillRef idx="1">
            <a:schemeClr val="lt1"/>
          </a:fillRef>
          <a:effectRef idx="0">
            <a:schemeClr val="accent1"/>
          </a:effectRef>
          <a:fontRef idx="minor">
            <a:schemeClr val="dk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bg1"/>
              </a:solidFill>
              <a:latin typeface="Arial"/>
              <a:ea typeface="Arial"/>
              <a:cs typeface="Arial"/>
              <a:sym typeface="Arial"/>
            </a:endParaRPr>
          </a:p>
        </p:txBody>
      </p:sp>
      <p:sp>
        <p:nvSpPr>
          <p:cNvPr id="429" name="Google Shape;429;p40"/>
          <p:cNvSpPr/>
          <p:nvPr/>
        </p:nvSpPr>
        <p:spPr>
          <a:xfrm>
            <a:off x="1214163" y="1540211"/>
            <a:ext cx="638541" cy="696041"/>
          </a:xfrm>
          <a:custGeom>
            <a:avLst/>
            <a:gdLst/>
            <a:ahLst/>
            <a:cxnLst/>
            <a:rect l="l" t="t" r="r" b="b"/>
            <a:pathLst>
              <a:path w="11752" h="11689" extrusionOk="0">
                <a:moveTo>
                  <a:pt x="5860" y="662"/>
                </a:moveTo>
                <a:cubicBezTo>
                  <a:pt x="6427" y="662"/>
                  <a:pt x="6900" y="1135"/>
                  <a:pt x="6900" y="1670"/>
                </a:cubicBezTo>
                <a:cubicBezTo>
                  <a:pt x="6900" y="2238"/>
                  <a:pt x="6427" y="2710"/>
                  <a:pt x="5860" y="2710"/>
                </a:cubicBezTo>
                <a:cubicBezTo>
                  <a:pt x="5293" y="2710"/>
                  <a:pt x="4821" y="2238"/>
                  <a:pt x="4821" y="1670"/>
                </a:cubicBezTo>
                <a:cubicBezTo>
                  <a:pt x="4821" y="1135"/>
                  <a:pt x="5293" y="662"/>
                  <a:pt x="5860" y="662"/>
                </a:cubicBezTo>
                <a:close/>
                <a:moveTo>
                  <a:pt x="5860" y="3372"/>
                </a:moveTo>
                <a:cubicBezTo>
                  <a:pt x="7058" y="3403"/>
                  <a:pt x="8034" y="4317"/>
                  <a:pt x="8223" y="5451"/>
                </a:cubicBezTo>
                <a:lnTo>
                  <a:pt x="3466" y="5451"/>
                </a:lnTo>
                <a:cubicBezTo>
                  <a:pt x="3624" y="4285"/>
                  <a:pt x="4663" y="3372"/>
                  <a:pt x="5860" y="3372"/>
                </a:cubicBezTo>
                <a:close/>
                <a:moveTo>
                  <a:pt x="9420" y="7562"/>
                </a:moveTo>
                <a:cubicBezTo>
                  <a:pt x="9956" y="7562"/>
                  <a:pt x="10429" y="7814"/>
                  <a:pt x="10744" y="8223"/>
                </a:cubicBezTo>
                <a:lnTo>
                  <a:pt x="10082" y="8223"/>
                </a:lnTo>
                <a:cubicBezTo>
                  <a:pt x="9546" y="8223"/>
                  <a:pt x="9074" y="8696"/>
                  <a:pt x="9074" y="9232"/>
                </a:cubicBezTo>
                <a:cubicBezTo>
                  <a:pt x="9074" y="9799"/>
                  <a:pt x="9546" y="10271"/>
                  <a:pt x="10082" y="10271"/>
                </a:cubicBezTo>
                <a:lnTo>
                  <a:pt x="10744" y="10271"/>
                </a:lnTo>
                <a:cubicBezTo>
                  <a:pt x="10429" y="10712"/>
                  <a:pt x="9925" y="10933"/>
                  <a:pt x="9420" y="10933"/>
                </a:cubicBezTo>
                <a:cubicBezTo>
                  <a:pt x="8696" y="10933"/>
                  <a:pt x="8034" y="10460"/>
                  <a:pt x="7814" y="9799"/>
                </a:cubicBezTo>
                <a:cubicBezTo>
                  <a:pt x="7751" y="9673"/>
                  <a:pt x="7593" y="9547"/>
                  <a:pt x="7499" y="9547"/>
                </a:cubicBezTo>
                <a:lnTo>
                  <a:pt x="4222" y="9547"/>
                </a:lnTo>
                <a:cubicBezTo>
                  <a:pt x="4065" y="9547"/>
                  <a:pt x="3939" y="9641"/>
                  <a:pt x="3907" y="9799"/>
                </a:cubicBezTo>
                <a:cubicBezTo>
                  <a:pt x="3655" y="10460"/>
                  <a:pt x="2993" y="10933"/>
                  <a:pt x="2300" y="10933"/>
                </a:cubicBezTo>
                <a:cubicBezTo>
                  <a:pt x="1733" y="10933"/>
                  <a:pt x="1261" y="10649"/>
                  <a:pt x="914" y="10271"/>
                </a:cubicBezTo>
                <a:lnTo>
                  <a:pt x="1576" y="10271"/>
                </a:lnTo>
                <a:cubicBezTo>
                  <a:pt x="2143" y="10271"/>
                  <a:pt x="2615" y="9799"/>
                  <a:pt x="2615" y="9232"/>
                </a:cubicBezTo>
                <a:cubicBezTo>
                  <a:pt x="2615" y="8696"/>
                  <a:pt x="2143" y="8223"/>
                  <a:pt x="1576" y="8223"/>
                </a:cubicBezTo>
                <a:lnTo>
                  <a:pt x="914" y="8223"/>
                </a:lnTo>
                <a:cubicBezTo>
                  <a:pt x="1229" y="7782"/>
                  <a:pt x="1733" y="7562"/>
                  <a:pt x="2300" y="7562"/>
                </a:cubicBezTo>
                <a:cubicBezTo>
                  <a:pt x="2993" y="7562"/>
                  <a:pt x="3655" y="8034"/>
                  <a:pt x="3907" y="8696"/>
                </a:cubicBezTo>
                <a:cubicBezTo>
                  <a:pt x="3939" y="8822"/>
                  <a:pt x="4096" y="8917"/>
                  <a:pt x="4222" y="8917"/>
                </a:cubicBezTo>
                <a:lnTo>
                  <a:pt x="7499" y="8917"/>
                </a:lnTo>
                <a:cubicBezTo>
                  <a:pt x="7656" y="8917"/>
                  <a:pt x="7751" y="8854"/>
                  <a:pt x="7814" y="8696"/>
                </a:cubicBezTo>
                <a:cubicBezTo>
                  <a:pt x="8034" y="8034"/>
                  <a:pt x="8727" y="7562"/>
                  <a:pt x="9420" y="7562"/>
                </a:cubicBezTo>
                <a:close/>
                <a:moveTo>
                  <a:pt x="5860" y="1"/>
                </a:moveTo>
                <a:cubicBezTo>
                  <a:pt x="4915" y="1"/>
                  <a:pt x="4128" y="725"/>
                  <a:pt x="4128" y="1670"/>
                </a:cubicBezTo>
                <a:cubicBezTo>
                  <a:pt x="4128" y="2143"/>
                  <a:pt x="4348" y="2584"/>
                  <a:pt x="4663" y="2899"/>
                </a:cubicBezTo>
                <a:lnTo>
                  <a:pt x="4695" y="2931"/>
                </a:lnTo>
                <a:cubicBezTo>
                  <a:pt x="3592" y="3372"/>
                  <a:pt x="2773" y="4474"/>
                  <a:pt x="2773" y="5829"/>
                </a:cubicBezTo>
                <a:cubicBezTo>
                  <a:pt x="2773" y="6018"/>
                  <a:pt x="2930" y="6176"/>
                  <a:pt x="3119" y="6176"/>
                </a:cubicBezTo>
                <a:lnTo>
                  <a:pt x="5514" y="6176"/>
                </a:lnTo>
                <a:lnTo>
                  <a:pt x="5514" y="8255"/>
                </a:lnTo>
                <a:lnTo>
                  <a:pt x="4443" y="8255"/>
                </a:lnTo>
                <a:cubicBezTo>
                  <a:pt x="4065" y="7436"/>
                  <a:pt x="3245" y="6869"/>
                  <a:pt x="2300" y="6869"/>
                </a:cubicBezTo>
                <a:cubicBezTo>
                  <a:pt x="1261" y="6869"/>
                  <a:pt x="410" y="7499"/>
                  <a:pt x="32" y="8444"/>
                </a:cubicBezTo>
                <a:cubicBezTo>
                  <a:pt x="0" y="8570"/>
                  <a:pt x="0" y="8696"/>
                  <a:pt x="95" y="8759"/>
                </a:cubicBezTo>
                <a:cubicBezTo>
                  <a:pt x="158" y="8854"/>
                  <a:pt x="253" y="8917"/>
                  <a:pt x="347" y="8917"/>
                </a:cubicBezTo>
                <a:lnTo>
                  <a:pt x="1607" y="8917"/>
                </a:lnTo>
                <a:cubicBezTo>
                  <a:pt x="1828" y="8917"/>
                  <a:pt x="1985" y="9074"/>
                  <a:pt x="1985" y="9295"/>
                </a:cubicBezTo>
                <a:cubicBezTo>
                  <a:pt x="1985" y="9484"/>
                  <a:pt x="1828" y="9641"/>
                  <a:pt x="1607" y="9641"/>
                </a:cubicBezTo>
                <a:lnTo>
                  <a:pt x="347" y="9641"/>
                </a:lnTo>
                <a:cubicBezTo>
                  <a:pt x="253" y="9641"/>
                  <a:pt x="158" y="9673"/>
                  <a:pt x="95" y="9799"/>
                </a:cubicBezTo>
                <a:cubicBezTo>
                  <a:pt x="0" y="9862"/>
                  <a:pt x="0" y="9988"/>
                  <a:pt x="32" y="10114"/>
                </a:cubicBezTo>
                <a:cubicBezTo>
                  <a:pt x="410" y="11059"/>
                  <a:pt x="1292" y="11689"/>
                  <a:pt x="2300" y="11689"/>
                </a:cubicBezTo>
                <a:cubicBezTo>
                  <a:pt x="3182" y="11689"/>
                  <a:pt x="4065" y="11122"/>
                  <a:pt x="4443" y="10303"/>
                </a:cubicBezTo>
                <a:lnTo>
                  <a:pt x="7278" y="10303"/>
                </a:lnTo>
                <a:cubicBezTo>
                  <a:pt x="7688" y="11122"/>
                  <a:pt x="8507" y="11689"/>
                  <a:pt x="9452" y="11689"/>
                </a:cubicBezTo>
                <a:cubicBezTo>
                  <a:pt x="10492" y="11689"/>
                  <a:pt x="11342" y="11059"/>
                  <a:pt x="11689" y="10114"/>
                </a:cubicBezTo>
                <a:cubicBezTo>
                  <a:pt x="11752" y="9988"/>
                  <a:pt x="11752" y="9862"/>
                  <a:pt x="11657" y="9799"/>
                </a:cubicBezTo>
                <a:cubicBezTo>
                  <a:pt x="11594" y="9704"/>
                  <a:pt x="11500" y="9641"/>
                  <a:pt x="11374" y="9641"/>
                </a:cubicBezTo>
                <a:lnTo>
                  <a:pt x="10114" y="9641"/>
                </a:lnTo>
                <a:cubicBezTo>
                  <a:pt x="9925" y="9641"/>
                  <a:pt x="9767" y="9484"/>
                  <a:pt x="9767" y="9295"/>
                </a:cubicBezTo>
                <a:cubicBezTo>
                  <a:pt x="9767" y="9074"/>
                  <a:pt x="9925" y="8917"/>
                  <a:pt x="10114" y="8917"/>
                </a:cubicBezTo>
                <a:lnTo>
                  <a:pt x="11374" y="8917"/>
                </a:lnTo>
                <a:cubicBezTo>
                  <a:pt x="11500" y="8917"/>
                  <a:pt x="11594" y="8885"/>
                  <a:pt x="11657" y="8759"/>
                </a:cubicBezTo>
                <a:cubicBezTo>
                  <a:pt x="11752" y="8696"/>
                  <a:pt x="11752" y="8570"/>
                  <a:pt x="11689" y="8444"/>
                </a:cubicBezTo>
                <a:cubicBezTo>
                  <a:pt x="11342" y="7499"/>
                  <a:pt x="10429" y="6869"/>
                  <a:pt x="9452" y="6869"/>
                </a:cubicBezTo>
                <a:cubicBezTo>
                  <a:pt x="8538" y="6869"/>
                  <a:pt x="7688" y="7436"/>
                  <a:pt x="7278" y="8255"/>
                </a:cubicBezTo>
                <a:lnTo>
                  <a:pt x="6238" y="8255"/>
                </a:lnTo>
                <a:lnTo>
                  <a:pt x="6238" y="6176"/>
                </a:lnTo>
                <a:lnTo>
                  <a:pt x="8633" y="6176"/>
                </a:lnTo>
                <a:cubicBezTo>
                  <a:pt x="8822" y="6176"/>
                  <a:pt x="8979" y="6018"/>
                  <a:pt x="8979" y="5829"/>
                </a:cubicBezTo>
                <a:cubicBezTo>
                  <a:pt x="8979" y="4506"/>
                  <a:pt x="8192" y="3403"/>
                  <a:pt x="7058" y="2931"/>
                </a:cubicBezTo>
                <a:cubicBezTo>
                  <a:pt x="7341" y="2616"/>
                  <a:pt x="7562" y="2175"/>
                  <a:pt x="7562" y="1670"/>
                </a:cubicBezTo>
                <a:cubicBezTo>
                  <a:pt x="7562" y="725"/>
                  <a:pt x="6806" y="1"/>
                  <a:pt x="5860" y="1"/>
                </a:cubicBezTo>
                <a:close/>
              </a:path>
            </a:pathLst>
          </a:custGeom>
          <a:ln/>
        </p:spPr>
        <p:style>
          <a:lnRef idx="2">
            <a:schemeClr val="accent1"/>
          </a:lnRef>
          <a:fillRef idx="1">
            <a:schemeClr val="lt1"/>
          </a:fillRef>
          <a:effectRef idx="0">
            <a:schemeClr val="accent1"/>
          </a:effectRef>
          <a:fontRef idx="minor">
            <a:schemeClr val="dk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chemeClr val="bg2">
                  <a:lumMod val="75000"/>
                </a:schemeClr>
              </a:solidFill>
              <a:latin typeface="Arial"/>
              <a:ea typeface="Arial"/>
              <a:cs typeface="Arial"/>
              <a:sym typeface="Arial"/>
            </a:endParaRPr>
          </a:p>
        </p:txBody>
      </p:sp>
      <p:sp>
        <p:nvSpPr>
          <p:cNvPr id="430" name="Google Shape;430;p40"/>
          <p:cNvSpPr txBox="1"/>
          <p:nvPr/>
        </p:nvSpPr>
        <p:spPr>
          <a:xfrm>
            <a:off x="2072118" y="3630497"/>
            <a:ext cx="3332484" cy="804732"/>
          </a:xfrm>
          <a:prstGeom prst="rect">
            <a:avLst/>
          </a:prstGeom>
          <a:noFill/>
          <a:ln>
            <a:noFill/>
          </a:ln>
        </p:spPr>
        <p:txBody>
          <a:bodyPr spcFirstLastPara="1" wrap="square" lIns="91425" tIns="91425" rIns="91425" bIns="91425" anchor="t" anchorCtr="0">
            <a:noAutofit/>
          </a:bodyPr>
          <a:lstStyle/>
          <a:p>
            <a:pPr lvl="0" algn="ctr"/>
            <a:r>
              <a:rPr lang="fr-FR" sz="1400" dirty="0">
                <a:solidFill>
                  <a:schemeClr val="dk1"/>
                </a:solidFill>
                <a:latin typeface="Arial"/>
                <a:ea typeface="Arial"/>
                <a:cs typeface="Arial"/>
                <a:sym typeface="Arial"/>
              </a:rPr>
              <a:t>est un acteur qui possède tous les droits de gestion des profils et ressources.</a:t>
            </a:r>
            <a:endParaRPr lang="fr-FR" sz="1400" dirty="0">
              <a:solidFill>
                <a:srgbClr val="000000"/>
              </a:solidFill>
              <a:latin typeface="Arial"/>
              <a:ea typeface="Arial"/>
              <a:cs typeface="Arial"/>
              <a:sym typeface="Arial"/>
            </a:endParaRPr>
          </a:p>
        </p:txBody>
      </p:sp>
      <p:sp>
        <p:nvSpPr>
          <p:cNvPr id="432" name="Google Shape;432;p40"/>
          <p:cNvSpPr/>
          <p:nvPr/>
        </p:nvSpPr>
        <p:spPr>
          <a:xfrm>
            <a:off x="884578" y="1351992"/>
            <a:ext cx="1297713" cy="1156003"/>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bg1"/>
              </a:solidFill>
              <a:latin typeface="Arial"/>
              <a:ea typeface="Arial"/>
              <a:cs typeface="Arial"/>
              <a:sym typeface="Arial"/>
            </a:endParaRPr>
          </a:p>
        </p:txBody>
      </p:sp>
      <p:sp>
        <p:nvSpPr>
          <p:cNvPr id="433" name="Google Shape;433;p40"/>
          <p:cNvSpPr/>
          <p:nvPr/>
        </p:nvSpPr>
        <p:spPr>
          <a:xfrm>
            <a:off x="6231675" y="1351992"/>
            <a:ext cx="1142516" cy="1156003"/>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bg1"/>
              </a:solidFill>
              <a:latin typeface="Arial"/>
              <a:ea typeface="Arial"/>
              <a:cs typeface="Arial"/>
              <a:sym typeface="Arial"/>
            </a:endParaRPr>
          </a:p>
        </p:txBody>
      </p:sp>
      <p:sp>
        <p:nvSpPr>
          <p:cNvPr id="434" name="Google Shape;434;p40"/>
          <p:cNvSpPr txBox="1"/>
          <p:nvPr/>
        </p:nvSpPr>
        <p:spPr>
          <a:xfrm>
            <a:off x="2113525" y="1380154"/>
            <a:ext cx="2984016" cy="400355"/>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fr-FR" sz="1400" b="1" i="0" u="none" strike="noStrike" cap="none" dirty="0">
                <a:solidFill>
                  <a:schemeClr val="bg1"/>
                </a:solidFill>
                <a:latin typeface="Arial"/>
                <a:ea typeface="Arial"/>
                <a:cs typeface="Arial"/>
                <a:sym typeface="Arial"/>
              </a:rPr>
              <a:t>L’administrateur</a:t>
            </a:r>
            <a:r>
              <a:rPr lang="fr-FR" sz="1400" b="1" dirty="0">
                <a:solidFill>
                  <a:schemeClr val="bg1"/>
                </a:solidFill>
                <a:latin typeface="Arial"/>
                <a:ea typeface="Arial"/>
                <a:cs typeface="Arial"/>
                <a:sym typeface="Arial"/>
              </a:rPr>
              <a:t> </a:t>
            </a:r>
            <a:r>
              <a:rPr lang="fr-FR" sz="1400" b="1" i="0" u="none" strike="noStrike" cap="none" dirty="0">
                <a:solidFill>
                  <a:schemeClr val="bg1"/>
                </a:solidFill>
                <a:latin typeface="Arial"/>
                <a:ea typeface="Arial"/>
                <a:cs typeface="Arial"/>
                <a:sym typeface="Arial"/>
              </a:rPr>
              <a:t>pédagogique</a:t>
            </a:r>
            <a:endParaRPr dirty="0">
              <a:solidFill>
                <a:schemeClr val="bg1"/>
              </a:solidFill>
            </a:endParaRPr>
          </a:p>
        </p:txBody>
      </p:sp>
      <p:sp>
        <p:nvSpPr>
          <p:cNvPr id="435" name="Google Shape;435;p40"/>
          <p:cNvSpPr txBox="1"/>
          <p:nvPr/>
        </p:nvSpPr>
        <p:spPr>
          <a:xfrm>
            <a:off x="7911491" y="1351992"/>
            <a:ext cx="1600513" cy="361736"/>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fr-FR" sz="1400" b="1" i="0" u="none" strike="noStrike" cap="none" dirty="0">
                <a:solidFill>
                  <a:schemeClr val="bg1"/>
                </a:solidFill>
                <a:latin typeface="Arial"/>
                <a:ea typeface="Arial"/>
                <a:cs typeface="Arial"/>
                <a:sym typeface="Arial"/>
              </a:rPr>
              <a:t>Enseignant</a:t>
            </a:r>
            <a:endParaRPr sz="1400" b="1" i="0" u="none" strike="noStrike" cap="none" dirty="0">
              <a:solidFill>
                <a:schemeClr val="bg1"/>
              </a:solidFill>
              <a:latin typeface="Arial"/>
              <a:ea typeface="Arial"/>
              <a:cs typeface="Arial"/>
              <a:sym typeface="Arial"/>
            </a:endParaRPr>
          </a:p>
        </p:txBody>
      </p:sp>
      <p:cxnSp>
        <p:nvCxnSpPr>
          <p:cNvPr id="437" name="Google Shape;437;p40"/>
          <p:cNvCxnSpPr/>
          <p:nvPr/>
        </p:nvCxnSpPr>
        <p:spPr>
          <a:xfrm>
            <a:off x="5675189" y="1199533"/>
            <a:ext cx="0" cy="3534280"/>
          </a:xfrm>
          <a:prstGeom prst="straightConnector1">
            <a:avLst/>
          </a:prstGeom>
          <a:noFill/>
          <a:ln w="9525" cap="flat" cmpd="sng">
            <a:solidFill>
              <a:srgbClr val="3E6EC2"/>
            </a:solidFill>
            <a:prstDash val="solid"/>
            <a:round/>
            <a:headEnd type="none" w="sm" len="sm"/>
            <a:tailEnd type="none" w="sm" len="sm"/>
          </a:ln>
        </p:spPr>
      </p:cxnSp>
      <p:sp>
        <p:nvSpPr>
          <p:cNvPr id="440" name="Google Shape;440;p40"/>
          <p:cNvSpPr txBox="1"/>
          <p:nvPr/>
        </p:nvSpPr>
        <p:spPr>
          <a:xfrm>
            <a:off x="7989601" y="3112595"/>
            <a:ext cx="1600513" cy="361736"/>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fr-FR" sz="1400" b="1" i="0" u="none" strike="noStrike" cap="none" dirty="0">
                <a:solidFill>
                  <a:schemeClr val="bg1"/>
                </a:solidFill>
                <a:latin typeface="Arial"/>
                <a:ea typeface="Arial"/>
                <a:cs typeface="Arial"/>
                <a:sym typeface="Arial"/>
              </a:rPr>
              <a:t>Etudiant</a:t>
            </a:r>
            <a:endParaRPr sz="1400" b="1" i="0" u="none" strike="noStrike" cap="none" dirty="0">
              <a:solidFill>
                <a:schemeClr val="bg1"/>
              </a:solidFill>
              <a:latin typeface="Arial"/>
              <a:ea typeface="Arial"/>
              <a:cs typeface="Arial"/>
              <a:sym typeface="Arial"/>
            </a:endParaRPr>
          </a:p>
        </p:txBody>
      </p:sp>
      <p:sp>
        <p:nvSpPr>
          <p:cNvPr id="441" name="Google Shape;441;p40"/>
          <p:cNvSpPr txBox="1"/>
          <p:nvPr/>
        </p:nvSpPr>
        <p:spPr>
          <a:xfrm>
            <a:off x="7381723" y="3548745"/>
            <a:ext cx="2816268" cy="53975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fr-FR" sz="1400" b="0" i="0" u="none" strike="noStrike" cap="none" dirty="0">
                <a:solidFill>
                  <a:schemeClr val="bg1"/>
                </a:solidFill>
                <a:latin typeface="Arial"/>
                <a:ea typeface="Arial"/>
                <a:cs typeface="Arial"/>
                <a:sym typeface="Arial"/>
              </a:rPr>
              <a:t>est un acteur qui possède des droits limités.</a:t>
            </a:r>
            <a:endParaRPr sz="1400" b="0" i="0" u="none" strike="noStrike" cap="none" dirty="0">
              <a:solidFill>
                <a:schemeClr val="bg1"/>
              </a:solidFill>
              <a:latin typeface="Arial"/>
              <a:ea typeface="Arial"/>
              <a:cs typeface="Arial"/>
              <a:sym typeface="Arial"/>
            </a:endParaRPr>
          </a:p>
        </p:txBody>
      </p:sp>
      <p:sp>
        <p:nvSpPr>
          <p:cNvPr id="443" name="Google Shape;443;p40"/>
          <p:cNvSpPr txBox="1"/>
          <p:nvPr/>
        </p:nvSpPr>
        <p:spPr>
          <a:xfrm>
            <a:off x="859120" y="614798"/>
            <a:ext cx="5079555"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200"/>
              <a:buFont typeface="Calibri"/>
              <a:buNone/>
            </a:pPr>
            <a:r>
              <a:rPr lang="fr-FR" sz="3200" dirty="0">
                <a:solidFill>
                  <a:schemeClr val="bg2">
                    <a:lumMod val="75000"/>
                  </a:schemeClr>
                </a:solidFill>
                <a:latin typeface="Century Gothic"/>
                <a:ea typeface="Century Gothic"/>
                <a:cs typeface="Century Gothic"/>
                <a:sym typeface="Century Gothic"/>
              </a:rPr>
              <a:t>Les acteurs concernés </a:t>
            </a:r>
            <a:endParaRPr sz="2800" i="0" u="none" strike="noStrike" cap="none" dirty="0">
              <a:solidFill>
                <a:schemeClr val="bg2">
                  <a:lumMod val="75000"/>
                </a:schemeClr>
              </a:solidFill>
              <a:latin typeface="Century Gothic"/>
              <a:ea typeface="Century Gothic"/>
              <a:cs typeface="Century Gothic"/>
              <a:sym typeface="Century Gothic"/>
            </a:endParaRPr>
          </a:p>
        </p:txBody>
      </p:sp>
      <p:sp>
        <p:nvSpPr>
          <p:cNvPr id="5" name="ZoneTexte 4">
            <a:extLst>
              <a:ext uri="{FF2B5EF4-FFF2-40B4-BE49-F238E27FC236}">
                <a16:creationId xmlns:a16="http://schemas.microsoft.com/office/drawing/2014/main" id="{7063311C-1994-152F-5C74-EE9757D1CA84}"/>
              </a:ext>
            </a:extLst>
          </p:cNvPr>
          <p:cNvSpPr txBox="1"/>
          <p:nvPr/>
        </p:nvSpPr>
        <p:spPr>
          <a:xfrm>
            <a:off x="3045542" y="30068"/>
            <a:ext cx="6100916" cy="707886"/>
          </a:xfrm>
          <a:prstGeom prst="rect">
            <a:avLst/>
          </a:prstGeom>
          <a:noFill/>
        </p:spPr>
        <p:txBody>
          <a:bodyPr wrap="square">
            <a:spAutoFit/>
          </a:bodyPr>
          <a:lstStyle/>
          <a:p>
            <a:pPr algn="ctr"/>
            <a:r>
              <a:rPr lang="fr-FR" altLang="fr-FR" sz="4000" dirty="0">
                <a:solidFill>
                  <a:schemeClr val="bg1"/>
                </a:solidFill>
                <a:latin typeface="Constantia" panose="02030602050306030303" pitchFamily="18" charset="0"/>
              </a:rPr>
              <a:t>Conception</a:t>
            </a:r>
            <a:endParaRPr lang="fr-FR" sz="4000" dirty="0"/>
          </a:p>
        </p:txBody>
      </p:sp>
      <p:sp>
        <p:nvSpPr>
          <p:cNvPr id="6" name="Google Shape;429;p40">
            <a:extLst>
              <a:ext uri="{FF2B5EF4-FFF2-40B4-BE49-F238E27FC236}">
                <a16:creationId xmlns:a16="http://schemas.microsoft.com/office/drawing/2014/main" id="{5DCB6871-3713-FADF-80C8-03749A928D06}"/>
              </a:ext>
            </a:extLst>
          </p:cNvPr>
          <p:cNvSpPr/>
          <p:nvPr/>
        </p:nvSpPr>
        <p:spPr>
          <a:xfrm>
            <a:off x="1214163" y="3338414"/>
            <a:ext cx="638541" cy="696041"/>
          </a:xfrm>
          <a:custGeom>
            <a:avLst/>
            <a:gdLst/>
            <a:ahLst/>
            <a:cxnLst/>
            <a:rect l="l" t="t" r="r" b="b"/>
            <a:pathLst>
              <a:path w="11752" h="11689" extrusionOk="0">
                <a:moveTo>
                  <a:pt x="5860" y="662"/>
                </a:moveTo>
                <a:cubicBezTo>
                  <a:pt x="6427" y="662"/>
                  <a:pt x="6900" y="1135"/>
                  <a:pt x="6900" y="1670"/>
                </a:cubicBezTo>
                <a:cubicBezTo>
                  <a:pt x="6900" y="2238"/>
                  <a:pt x="6427" y="2710"/>
                  <a:pt x="5860" y="2710"/>
                </a:cubicBezTo>
                <a:cubicBezTo>
                  <a:pt x="5293" y="2710"/>
                  <a:pt x="4821" y="2238"/>
                  <a:pt x="4821" y="1670"/>
                </a:cubicBezTo>
                <a:cubicBezTo>
                  <a:pt x="4821" y="1135"/>
                  <a:pt x="5293" y="662"/>
                  <a:pt x="5860" y="662"/>
                </a:cubicBezTo>
                <a:close/>
                <a:moveTo>
                  <a:pt x="5860" y="3372"/>
                </a:moveTo>
                <a:cubicBezTo>
                  <a:pt x="7058" y="3403"/>
                  <a:pt x="8034" y="4317"/>
                  <a:pt x="8223" y="5451"/>
                </a:cubicBezTo>
                <a:lnTo>
                  <a:pt x="3466" y="5451"/>
                </a:lnTo>
                <a:cubicBezTo>
                  <a:pt x="3624" y="4285"/>
                  <a:pt x="4663" y="3372"/>
                  <a:pt x="5860" y="3372"/>
                </a:cubicBezTo>
                <a:close/>
                <a:moveTo>
                  <a:pt x="9420" y="7562"/>
                </a:moveTo>
                <a:cubicBezTo>
                  <a:pt x="9956" y="7562"/>
                  <a:pt x="10429" y="7814"/>
                  <a:pt x="10744" y="8223"/>
                </a:cubicBezTo>
                <a:lnTo>
                  <a:pt x="10082" y="8223"/>
                </a:lnTo>
                <a:cubicBezTo>
                  <a:pt x="9546" y="8223"/>
                  <a:pt x="9074" y="8696"/>
                  <a:pt x="9074" y="9232"/>
                </a:cubicBezTo>
                <a:cubicBezTo>
                  <a:pt x="9074" y="9799"/>
                  <a:pt x="9546" y="10271"/>
                  <a:pt x="10082" y="10271"/>
                </a:cubicBezTo>
                <a:lnTo>
                  <a:pt x="10744" y="10271"/>
                </a:lnTo>
                <a:cubicBezTo>
                  <a:pt x="10429" y="10712"/>
                  <a:pt x="9925" y="10933"/>
                  <a:pt x="9420" y="10933"/>
                </a:cubicBezTo>
                <a:cubicBezTo>
                  <a:pt x="8696" y="10933"/>
                  <a:pt x="8034" y="10460"/>
                  <a:pt x="7814" y="9799"/>
                </a:cubicBezTo>
                <a:cubicBezTo>
                  <a:pt x="7751" y="9673"/>
                  <a:pt x="7593" y="9547"/>
                  <a:pt x="7499" y="9547"/>
                </a:cubicBezTo>
                <a:lnTo>
                  <a:pt x="4222" y="9547"/>
                </a:lnTo>
                <a:cubicBezTo>
                  <a:pt x="4065" y="9547"/>
                  <a:pt x="3939" y="9641"/>
                  <a:pt x="3907" y="9799"/>
                </a:cubicBezTo>
                <a:cubicBezTo>
                  <a:pt x="3655" y="10460"/>
                  <a:pt x="2993" y="10933"/>
                  <a:pt x="2300" y="10933"/>
                </a:cubicBezTo>
                <a:cubicBezTo>
                  <a:pt x="1733" y="10933"/>
                  <a:pt x="1261" y="10649"/>
                  <a:pt x="914" y="10271"/>
                </a:cubicBezTo>
                <a:lnTo>
                  <a:pt x="1576" y="10271"/>
                </a:lnTo>
                <a:cubicBezTo>
                  <a:pt x="2143" y="10271"/>
                  <a:pt x="2615" y="9799"/>
                  <a:pt x="2615" y="9232"/>
                </a:cubicBezTo>
                <a:cubicBezTo>
                  <a:pt x="2615" y="8696"/>
                  <a:pt x="2143" y="8223"/>
                  <a:pt x="1576" y="8223"/>
                </a:cubicBezTo>
                <a:lnTo>
                  <a:pt x="914" y="8223"/>
                </a:lnTo>
                <a:cubicBezTo>
                  <a:pt x="1229" y="7782"/>
                  <a:pt x="1733" y="7562"/>
                  <a:pt x="2300" y="7562"/>
                </a:cubicBezTo>
                <a:cubicBezTo>
                  <a:pt x="2993" y="7562"/>
                  <a:pt x="3655" y="8034"/>
                  <a:pt x="3907" y="8696"/>
                </a:cubicBezTo>
                <a:cubicBezTo>
                  <a:pt x="3939" y="8822"/>
                  <a:pt x="4096" y="8917"/>
                  <a:pt x="4222" y="8917"/>
                </a:cubicBezTo>
                <a:lnTo>
                  <a:pt x="7499" y="8917"/>
                </a:lnTo>
                <a:cubicBezTo>
                  <a:pt x="7656" y="8917"/>
                  <a:pt x="7751" y="8854"/>
                  <a:pt x="7814" y="8696"/>
                </a:cubicBezTo>
                <a:cubicBezTo>
                  <a:pt x="8034" y="8034"/>
                  <a:pt x="8727" y="7562"/>
                  <a:pt x="9420" y="7562"/>
                </a:cubicBezTo>
                <a:close/>
                <a:moveTo>
                  <a:pt x="5860" y="1"/>
                </a:moveTo>
                <a:cubicBezTo>
                  <a:pt x="4915" y="1"/>
                  <a:pt x="4128" y="725"/>
                  <a:pt x="4128" y="1670"/>
                </a:cubicBezTo>
                <a:cubicBezTo>
                  <a:pt x="4128" y="2143"/>
                  <a:pt x="4348" y="2584"/>
                  <a:pt x="4663" y="2899"/>
                </a:cubicBezTo>
                <a:lnTo>
                  <a:pt x="4695" y="2931"/>
                </a:lnTo>
                <a:cubicBezTo>
                  <a:pt x="3592" y="3372"/>
                  <a:pt x="2773" y="4474"/>
                  <a:pt x="2773" y="5829"/>
                </a:cubicBezTo>
                <a:cubicBezTo>
                  <a:pt x="2773" y="6018"/>
                  <a:pt x="2930" y="6176"/>
                  <a:pt x="3119" y="6176"/>
                </a:cubicBezTo>
                <a:lnTo>
                  <a:pt x="5514" y="6176"/>
                </a:lnTo>
                <a:lnTo>
                  <a:pt x="5514" y="8255"/>
                </a:lnTo>
                <a:lnTo>
                  <a:pt x="4443" y="8255"/>
                </a:lnTo>
                <a:cubicBezTo>
                  <a:pt x="4065" y="7436"/>
                  <a:pt x="3245" y="6869"/>
                  <a:pt x="2300" y="6869"/>
                </a:cubicBezTo>
                <a:cubicBezTo>
                  <a:pt x="1261" y="6869"/>
                  <a:pt x="410" y="7499"/>
                  <a:pt x="32" y="8444"/>
                </a:cubicBezTo>
                <a:cubicBezTo>
                  <a:pt x="0" y="8570"/>
                  <a:pt x="0" y="8696"/>
                  <a:pt x="95" y="8759"/>
                </a:cubicBezTo>
                <a:cubicBezTo>
                  <a:pt x="158" y="8854"/>
                  <a:pt x="253" y="8917"/>
                  <a:pt x="347" y="8917"/>
                </a:cubicBezTo>
                <a:lnTo>
                  <a:pt x="1607" y="8917"/>
                </a:lnTo>
                <a:cubicBezTo>
                  <a:pt x="1828" y="8917"/>
                  <a:pt x="1985" y="9074"/>
                  <a:pt x="1985" y="9295"/>
                </a:cubicBezTo>
                <a:cubicBezTo>
                  <a:pt x="1985" y="9484"/>
                  <a:pt x="1828" y="9641"/>
                  <a:pt x="1607" y="9641"/>
                </a:cubicBezTo>
                <a:lnTo>
                  <a:pt x="347" y="9641"/>
                </a:lnTo>
                <a:cubicBezTo>
                  <a:pt x="253" y="9641"/>
                  <a:pt x="158" y="9673"/>
                  <a:pt x="95" y="9799"/>
                </a:cubicBezTo>
                <a:cubicBezTo>
                  <a:pt x="0" y="9862"/>
                  <a:pt x="0" y="9988"/>
                  <a:pt x="32" y="10114"/>
                </a:cubicBezTo>
                <a:cubicBezTo>
                  <a:pt x="410" y="11059"/>
                  <a:pt x="1292" y="11689"/>
                  <a:pt x="2300" y="11689"/>
                </a:cubicBezTo>
                <a:cubicBezTo>
                  <a:pt x="3182" y="11689"/>
                  <a:pt x="4065" y="11122"/>
                  <a:pt x="4443" y="10303"/>
                </a:cubicBezTo>
                <a:lnTo>
                  <a:pt x="7278" y="10303"/>
                </a:lnTo>
                <a:cubicBezTo>
                  <a:pt x="7688" y="11122"/>
                  <a:pt x="8507" y="11689"/>
                  <a:pt x="9452" y="11689"/>
                </a:cubicBezTo>
                <a:cubicBezTo>
                  <a:pt x="10492" y="11689"/>
                  <a:pt x="11342" y="11059"/>
                  <a:pt x="11689" y="10114"/>
                </a:cubicBezTo>
                <a:cubicBezTo>
                  <a:pt x="11752" y="9988"/>
                  <a:pt x="11752" y="9862"/>
                  <a:pt x="11657" y="9799"/>
                </a:cubicBezTo>
                <a:cubicBezTo>
                  <a:pt x="11594" y="9704"/>
                  <a:pt x="11500" y="9641"/>
                  <a:pt x="11374" y="9641"/>
                </a:cubicBezTo>
                <a:lnTo>
                  <a:pt x="10114" y="9641"/>
                </a:lnTo>
                <a:cubicBezTo>
                  <a:pt x="9925" y="9641"/>
                  <a:pt x="9767" y="9484"/>
                  <a:pt x="9767" y="9295"/>
                </a:cubicBezTo>
                <a:cubicBezTo>
                  <a:pt x="9767" y="9074"/>
                  <a:pt x="9925" y="8917"/>
                  <a:pt x="10114" y="8917"/>
                </a:cubicBezTo>
                <a:lnTo>
                  <a:pt x="11374" y="8917"/>
                </a:lnTo>
                <a:cubicBezTo>
                  <a:pt x="11500" y="8917"/>
                  <a:pt x="11594" y="8885"/>
                  <a:pt x="11657" y="8759"/>
                </a:cubicBezTo>
                <a:cubicBezTo>
                  <a:pt x="11752" y="8696"/>
                  <a:pt x="11752" y="8570"/>
                  <a:pt x="11689" y="8444"/>
                </a:cubicBezTo>
                <a:cubicBezTo>
                  <a:pt x="11342" y="7499"/>
                  <a:pt x="10429" y="6869"/>
                  <a:pt x="9452" y="6869"/>
                </a:cubicBezTo>
                <a:cubicBezTo>
                  <a:pt x="8538" y="6869"/>
                  <a:pt x="7688" y="7436"/>
                  <a:pt x="7278" y="8255"/>
                </a:cubicBezTo>
                <a:lnTo>
                  <a:pt x="6238" y="8255"/>
                </a:lnTo>
                <a:lnTo>
                  <a:pt x="6238" y="6176"/>
                </a:lnTo>
                <a:lnTo>
                  <a:pt x="8633" y="6176"/>
                </a:lnTo>
                <a:cubicBezTo>
                  <a:pt x="8822" y="6176"/>
                  <a:pt x="8979" y="6018"/>
                  <a:pt x="8979" y="5829"/>
                </a:cubicBezTo>
                <a:cubicBezTo>
                  <a:pt x="8979" y="4506"/>
                  <a:pt x="8192" y="3403"/>
                  <a:pt x="7058" y="2931"/>
                </a:cubicBezTo>
                <a:cubicBezTo>
                  <a:pt x="7341" y="2616"/>
                  <a:pt x="7562" y="2175"/>
                  <a:pt x="7562" y="1670"/>
                </a:cubicBezTo>
                <a:cubicBezTo>
                  <a:pt x="7562" y="725"/>
                  <a:pt x="6806" y="1"/>
                  <a:pt x="5860" y="1"/>
                </a:cubicBezTo>
                <a:close/>
              </a:path>
            </a:pathLst>
          </a:custGeom>
          <a:ln/>
        </p:spPr>
        <p:style>
          <a:lnRef idx="2">
            <a:schemeClr val="accent1"/>
          </a:lnRef>
          <a:fillRef idx="1">
            <a:schemeClr val="lt1"/>
          </a:fillRef>
          <a:effectRef idx="0">
            <a:schemeClr val="accent1"/>
          </a:effectRef>
          <a:fontRef idx="minor">
            <a:schemeClr val="dk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chemeClr val="bg2">
                  <a:lumMod val="75000"/>
                </a:schemeClr>
              </a:solidFill>
              <a:latin typeface="Arial"/>
              <a:ea typeface="Arial"/>
              <a:cs typeface="Arial"/>
              <a:sym typeface="Arial"/>
            </a:endParaRPr>
          </a:p>
        </p:txBody>
      </p:sp>
      <p:sp>
        <p:nvSpPr>
          <p:cNvPr id="7" name="Google Shape;432;p40">
            <a:extLst>
              <a:ext uri="{FF2B5EF4-FFF2-40B4-BE49-F238E27FC236}">
                <a16:creationId xmlns:a16="http://schemas.microsoft.com/office/drawing/2014/main" id="{6AA41A5E-3FDD-0EF0-A7C9-43403BC0DE7C}"/>
              </a:ext>
            </a:extLst>
          </p:cNvPr>
          <p:cNvSpPr/>
          <p:nvPr/>
        </p:nvSpPr>
        <p:spPr>
          <a:xfrm>
            <a:off x="884578" y="3150195"/>
            <a:ext cx="1297713" cy="1156003"/>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bg1"/>
              </a:solidFill>
              <a:latin typeface="Arial"/>
              <a:ea typeface="Arial"/>
              <a:cs typeface="Arial"/>
              <a:sym typeface="Arial"/>
            </a:endParaRPr>
          </a:p>
        </p:txBody>
      </p:sp>
      <p:sp>
        <p:nvSpPr>
          <p:cNvPr id="8" name="Google Shape;434;p40">
            <a:extLst>
              <a:ext uri="{FF2B5EF4-FFF2-40B4-BE49-F238E27FC236}">
                <a16:creationId xmlns:a16="http://schemas.microsoft.com/office/drawing/2014/main" id="{A625AF24-BBCC-D15F-9A39-34F45C3CFDF0}"/>
              </a:ext>
            </a:extLst>
          </p:cNvPr>
          <p:cNvSpPr txBox="1"/>
          <p:nvPr/>
        </p:nvSpPr>
        <p:spPr>
          <a:xfrm>
            <a:off x="2246352" y="3148390"/>
            <a:ext cx="2984016" cy="400355"/>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fr-FR" sz="1400" b="1" i="0" u="none" strike="noStrike" cap="none" dirty="0">
                <a:solidFill>
                  <a:schemeClr val="bg1"/>
                </a:solidFill>
                <a:latin typeface="Arial"/>
                <a:ea typeface="Arial"/>
                <a:cs typeface="Arial"/>
                <a:sym typeface="Arial"/>
              </a:rPr>
              <a:t>L’administrateur</a:t>
            </a:r>
            <a:r>
              <a:rPr lang="fr-FR" sz="1400" b="1" dirty="0">
                <a:solidFill>
                  <a:schemeClr val="bg1"/>
                </a:solidFill>
                <a:latin typeface="Arial"/>
                <a:ea typeface="Arial"/>
                <a:cs typeface="Arial"/>
                <a:sym typeface="Arial"/>
              </a:rPr>
              <a:t> application</a:t>
            </a:r>
            <a:endParaRPr dirty="0">
              <a:solidFill>
                <a:schemeClr val="bg1"/>
              </a:solidFill>
            </a:endParaRPr>
          </a:p>
        </p:txBody>
      </p:sp>
      <p:sp>
        <p:nvSpPr>
          <p:cNvPr id="9" name="Google Shape;428;p40">
            <a:extLst>
              <a:ext uri="{FF2B5EF4-FFF2-40B4-BE49-F238E27FC236}">
                <a16:creationId xmlns:a16="http://schemas.microsoft.com/office/drawing/2014/main" id="{0FB78465-89F9-3443-476D-B326636814B5}"/>
              </a:ext>
            </a:extLst>
          </p:cNvPr>
          <p:cNvSpPr/>
          <p:nvPr/>
        </p:nvSpPr>
        <p:spPr>
          <a:xfrm>
            <a:off x="6591886" y="3300723"/>
            <a:ext cx="563973" cy="700150"/>
          </a:xfrm>
          <a:custGeom>
            <a:avLst/>
            <a:gdLst/>
            <a:ahLst/>
            <a:cxnLst/>
            <a:rect l="l" t="t" r="r" b="b"/>
            <a:pathLst>
              <a:path w="11689" h="11758" extrusionOk="0">
                <a:moveTo>
                  <a:pt x="8538" y="2747"/>
                </a:moveTo>
                <a:cubicBezTo>
                  <a:pt x="8727" y="2747"/>
                  <a:pt x="8853" y="2905"/>
                  <a:pt x="8853" y="3094"/>
                </a:cubicBezTo>
                <a:cubicBezTo>
                  <a:pt x="8885" y="3251"/>
                  <a:pt x="8727" y="3409"/>
                  <a:pt x="8538" y="3409"/>
                </a:cubicBezTo>
                <a:cubicBezTo>
                  <a:pt x="8444" y="3409"/>
                  <a:pt x="8381" y="3377"/>
                  <a:pt x="8286" y="3346"/>
                </a:cubicBezTo>
                <a:lnTo>
                  <a:pt x="8538" y="2747"/>
                </a:lnTo>
                <a:close/>
                <a:moveTo>
                  <a:pt x="3277" y="1581"/>
                </a:moveTo>
                <a:cubicBezTo>
                  <a:pt x="3844" y="1581"/>
                  <a:pt x="4316" y="2023"/>
                  <a:pt x="4316" y="2590"/>
                </a:cubicBezTo>
                <a:cubicBezTo>
                  <a:pt x="4316" y="3157"/>
                  <a:pt x="3844" y="3598"/>
                  <a:pt x="3277" y="3598"/>
                </a:cubicBezTo>
                <a:cubicBezTo>
                  <a:pt x="2741" y="3598"/>
                  <a:pt x="2269" y="3157"/>
                  <a:pt x="2269" y="2590"/>
                </a:cubicBezTo>
                <a:cubicBezTo>
                  <a:pt x="2269" y="1991"/>
                  <a:pt x="2741" y="1581"/>
                  <a:pt x="3277" y="1581"/>
                </a:cubicBezTo>
                <a:close/>
                <a:moveTo>
                  <a:pt x="9231" y="5457"/>
                </a:moveTo>
                <a:cubicBezTo>
                  <a:pt x="9672" y="5457"/>
                  <a:pt x="10050" y="5740"/>
                  <a:pt x="10208" y="6150"/>
                </a:cubicBezTo>
                <a:lnTo>
                  <a:pt x="8286" y="6150"/>
                </a:lnTo>
                <a:cubicBezTo>
                  <a:pt x="8412" y="5772"/>
                  <a:pt x="8759" y="5457"/>
                  <a:pt x="9231" y="5457"/>
                </a:cubicBezTo>
                <a:close/>
                <a:moveTo>
                  <a:pt x="10932" y="6843"/>
                </a:moveTo>
                <a:lnTo>
                  <a:pt x="10932" y="7504"/>
                </a:lnTo>
                <a:lnTo>
                  <a:pt x="5262" y="7504"/>
                </a:lnTo>
                <a:lnTo>
                  <a:pt x="5262" y="6843"/>
                </a:lnTo>
                <a:close/>
                <a:moveTo>
                  <a:pt x="3403" y="4291"/>
                </a:moveTo>
                <a:cubicBezTo>
                  <a:pt x="4064" y="4322"/>
                  <a:pt x="4631" y="4921"/>
                  <a:pt x="4631" y="5583"/>
                </a:cubicBezTo>
                <a:lnTo>
                  <a:pt x="4631" y="7725"/>
                </a:lnTo>
                <a:cubicBezTo>
                  <a:pt x="4348" y="7567"/>
                  <a:pt x="4033" y="7441"/>
                  <a:pt x="3686" y="7441"/>
                </a:cubicBezTo>
                <a:lnTo>
                  <a:pt x="3340" y="7441"/>
                </a:lnTo>
                <a:lnTo>
                  <a:pt x="3340" y="6402"/>
                </a:lnTo>
                <a:cubicBezTo>
                  <a:pt x="3340" y="6213"/>
                  <a:pt x="3182" y="6055"/>
                  <a:pt x="2962" y="6055"/>
                </a:cubicBezTo>
                <a:cubicBezTo>
                  <a:pt x="2773" y="6055"/>
                  <a:pt x="2615" y="6213"/>
                  <a:pt x="2615" y="6402"/>
                </a:cubicBezTo>
                <a:lnTo>
                  <a:pt x="2615" y="7788"/>
                </a:lnTo>
                <a:cubicBezTo>
                  <a:pt x="2615" y="7977"/>
                  <a:pt x="2773" y="8134"/>
                  <a:pt x="2962" y="8134"/>
                </a:cubicBezTo>
                <a:lnTo>
                  <a:pt x="3655" y="8134"/>
                </a:lnTo>
                <a:cubicBezTo>
                  <a:pt x="4064" y="8134"/>
                  <a:pt x="4474" y="8418"/>
                  <a:pt x="4600" y="8828"/>
                </a:cubicBezTo>
                <a:lnTo>
                  <a:pt x="1985" y="8828"/>
                </a:lnTo>
                <a:lnTo>
                  <a:pt x="1985" y="5583"/>
                </a:lnTo>
                <a:lnTo>
                  <a:pt x="2080" y="5583"/>
                </a:lnTo>
                <a:cubicBezTo>
                  <a:pt x="2080" y="5236"/>
                  <a:pt x="2237" y="4858"/>
                  <a:pt x="2458" y="4637"/>
                </a:cubicBezTo>
                <a:cubicBezTo>
                  <a:pt x="2741" y="4385"/>
                  <a:pt x="3056" y="4291"/>
                  <a:pt x="3403" y="4291"/>
                </a:cubicBezTo>
                <a:close/>
                <a:moveTo>
                  <a:pt x="1040" y="4795"/>
                </a:moveTo>
                <a:cubicBezTo>
                  <a:pt x="1229" y="4795"/>
                  <a:pt x="1418" y="4952"/>
                  <a:pt x="1418" y="5141"/>
                </a:cubicBezTo>
                <a:lnTo>
                  <a:pt x="1418" y="9174"/>
                </a:lnTo>
                <a:lnTo>
                  <a:pt x="1418" y="9300"/>
                </a:lnTo>
                <a:cubicBezTo>
                  <a:pt x="1449" y="9458"/>
                  <a:pt x="1575" y="9521"/>
                  <a:pt x="1733" y="9521"/>
                </a:cubicBezTo>
                <a:lnTo>
                  <a:pt x="5860" y="9521"/>
                </a:lnTo>
                <a:cubicBezTo>
                  <a:pt x="6049" y="9521"/>
                  <a:pt x="6175" y="9678"/>
                  <a:pt x="6175" y="9836"/>
                </a:cubicBezTo>
                <a:lnTo>
                  <a:pt x="6175" y="10938"/>
                </a:lnTo>
                <a:lnTo>
                  <a:pt x="693" y="10938"/>
                </a:lnTo>
                <a:lnTo>
                  <a:pt x="693" y="5141"/>
                </a:lnTo>
                <a:cubicBezTo>
                  <a:pt x="693" y="4952"/>
                  <a:pt x="851" y="4795"/>
                  <a:pt x="1040" y="4795"/>
                </a:cubicBezTo>
                <a:close/>
                <a:moveTo>
                  <a:pt x="7656" y="8197"/>
                </a:moveTo>
                <a:cubicBezTo>
                  <a:pt x="7971" y="8260"/>
                  <a:pt x="8254" y="8576"/>
                  <a:pt x="8254" y="8922"/>
                </a:cubicBezTo>
                <a:lnTo>
                  <a:pt x="8254" y="10938"/>
                </a:lnTo>
                <a:lnTo>
                  <a:pt x="6868" y="10938"/>
                </a:lnTo>
                <a:lnTo>
                  <a:pt x="6868" y="9836"/>
                </a:lnTo>
                <a:cubicBezTo>
                  <a:pt x="6868" y="9269"/>
                  <a:pt x="6396" y="8796"/>
                  <a:pt x="5860" y="8796"/>
                </a:cubicBezTo>
                <a:lnTo>
                  <a:pt x="5388" y="8796"/>
                </a:lnTo>
                <a:cubicBezTo>
                  <a:pt x="5356" y="8576"/>
                  <a:pt x="5230" y="8386"/>
                  <a:pt x="5104" y="8197"/>
                </a:cubicBezTo>
                <a:close/>
                <a:moveTo>
                  <a:pt x="9185" y="1"/>
                </a:moveTo>
                <a:cubicBezTo>
                  <a:pt x="9049" y="1"/>
                  <a:pt x="8908" y="88"/>
                  <a:pt x="8885" y="227"/>
                </a:cubicBezTo>
                <a:lnTo>
                  <a:pt x="6837" y="5078"/>
                </a:lnTo>
                <a:cubicBezTo>
                  <a:pt x="6774" y="5236"/>
                  <a:pt x="6837" y="5457"/>
                  <a:pt x="7026" y="5520"/>
                </a:cubicBezTo>
                <a:cubicBezTo>
                  <a:pt x="7089" y="5520"/>
                  <a:pt x="7120" y="5551"/>
                  <a:pt x="7152" y="5551"/>
                </a:cubicBezTo>
                <a:cubicBezTo>
                  <a:pt x="7278" y="5551"/>
                  <a:pt x="7435" y="5457"/>
                  <a:pt x="7467" y="5362"/>
                </a:cubicBezTo>
                <a:lnTo>
                  <a:pt x="8034" y="4039"/>
                </a:lnTo>
                <a:cubicBezTo>
                  <a:pt x="8191" y="4133"/>
                  <a:pt x="8349" y="4165"/>
                  <a:pt x="8538" y="4165"/>
                </a:cubicBezTo>
                <a:cubicBezTo>
                  <a:pt x="8664" y="4165"/>
                  <a:pt x="8759" y="4133"/>
                  <a:pt x="8885" y="4133"/>
                </a:cubicBezTo>
                <a:lnTo>
                  <a:pt x="8885" y="4921"/>
                </a:lnTo>
                <a:cubicBezTo>
                  <a:pt x="8223" y="5047"/>
                  <a:pt x="7719" y="5583"/>
                  <a:pt x="7561" y="6244"/>
                </a:cubicBezTo>
                <a:lnTo>
                  <a:pt x="5293" y="6244"/>
                </a:lnTo>
                <a:lnTo>
                  <a:pt x="5293" y="5709"/>
                </a:lnTo>
                <a:cubicBezTo>
                  <a:pt x="5293" y="4984"/>
                  <a:pt x="4915" y="4354"/>
                  <a:pt x="4348" y="4007"/>
                </a:cubicBezTo>
                <a:cubicBezTo>
                  <a:pt x="4757" y="3692"/>
                  <a:pt x="4978" y="3220"/>
                  <a:pt x="4978" y="2653"/>
                </a:cubicBezTo>
                <a:cubicBezTo>
                  <a:pt x="4978" y="1707"/>
                  <a:pt x="4253" y="983"/>
                  <a:pt x="3308" y="983"/>
                </a:cubicBezTo>
                <a:cubicBezTo>
                  <a:pt x="2363" y="983"/>
                  <a:pt x="1607" y="1707"/>
                  <a:pt x="1607" y="2653"/>
                </a:cubicBezTo>
                <a:cubicBezTo>
                  <a:pt x="1607" y="3220"/>
                  <a:pt x="1890" y="3724"/>
                  <a:pt x="2269" y="4039"/>
                </a:cubicBezTo>
                <a:cubicBezTo>
                  <a:pt x="2143" y="4133"/>
                  <a:pt x="2080" y="4196"/>
                  <a:pt x="1985" y="4291"/>
                </a:cubicBezTo>
                <a:cubicBezTo>
                  <a:pt x="1922" y="4354"/>
                  <a:pt x="1827" y="4448"/>
                  <a:pt x="1764" y="4543"/>
                </a:cubicBezTo>
                <a:cubicBezTo>
                  <a:pt x="1575" y="4354"/>
                  <a:pt x="1323" y="4228"/>
                  <a:pt x="1008" y="4228"/>
                </a:cubicBezTo>
                <a:cubicBezTo>
                  <a:pt x="473" y="4228"/>
                  <a:pt x="0" y="4700"/>
                  <a:pt x="0" y="5268"/>
                </a:cubicBezTo>
                <a:lnTo>
                  <a:pt x="0" y="11411"/>
                </a:lnTo>
                <a:cubicBezTo>
                  <a:pt x="0" y="11600"/>
                  <a:pt x="158" y="11758"/>
                  <a:pt x="347" y="11758"/>
                </a:cubicBezTo>
                <a:lnTo>
                  <a:pt x="8570" y="11758"/>
                </a:lnTo>
                <a:cubicBezTo>
                  <a:pt x="8759" y="11758"/>
                  <a:pt x="8916" y="11600"/>
                  <a:pt x="8916" y="11411"/>
                </a:cubicBezTo>
                <a:lnTo>
                  <a:pt x="8916" y="9048"/>
                </a:lnTo>
                <a:cubicBezTo>
                  <a:pt x="8916" y="8765"/>
                  <a:pt x="8853" y="8544"/>
                  <a:pt x="8727" y="8292"/>
                </a:cubicBezTo>
                <a:lnTo>
                  <a:pt x="11342" y="8292"/>
                </a:lnTo>
                <a:cubicBezTo>
                  <a:pt x="11531" y="8292"/>
                  <a:pt x="11689" y="8134"/>
                  <a:pt x="11689" y="7945"/>
                </a:cubicBezTo>
                <a:lnTo>
                  <a:pt x="11689" y="6559"/>
                </a:lnTo>
                <a:cubicBezTo>
                  <a:pt x="11689" y="6339"/>
                  <a:pt x="11531" y="6181"/>
                  <a:pt x="11310" y="6181"/>
                </a:cubicBezTo>
                <a:lnTo>
                  <a:pt x="10901" y="6181"/>
                </a:lnTo>
                <a:cubicBezTo>
                  <a:pt x="10775" y="5520"/>
                  <a:pt x="10239" y="4984"/>
                  <a:pt x="9546" y="4826"/>
                </a:cubicBezTo>
                <a:lnTo>
                  <a:pt x="9546" y="3094"/>
                </a:lnTo>
                <a:cubicBezTo>
                  <a:pt x="9546" y="2621"/>
                  <a:pt x="9231" y="2243"/>
                  <a:pt x="8790" y="2117"/>
                </a:cubicBezTo>
                <a:lnTo>
                  <a:pt x="9515" y="447"/>
                </a:lnTo>
                <a:cubicBezTo>
                  <a:pt x="9578" y="290"/>
                  <a:pt x="9515" y="69"/>
                  <a:pt x="9326" y="38"/>
                </a:cubicBezTo>
                <a:cubicBezTo>
                  <a:pt x="9283" y="12"/>
                  <a:pt x="9234" y="1"/>
                  <a:pt x="9185" y="1"/>
                </a:cubicBezTo>
                <a:close/>
              </a:path>
            </a:pathLst>
          </a:custGeom>
          <a:ln/>
        </p:spPr>
        <p:style>
          <a:lnRef idx="2">
            <a:schemeClr val="accent1"/>
          </a:lnRef>
          <a:fillRef idx="1">
            <a:schemeClr val="lt1"/>
          </a:fillRef>
          <a:effectRef idx="0">
            <a:schemeClr val="accent1"/>
          </a:effectRef>
          <a:fontRef idx="minor">
            <a:schemeClr val="dk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bg1"/>
              </a:solidFill>
              <a:latin typeface="Arial"/>
              <a:ea typeface="Arial"/>
              <a:cs typeface="Arial"/>
              <a:sym typeface="Arial"/>
            </a:endParaRPr>
          </a:p>
        </p:txBody>
      </p:sp>
      <p:sp>
        <p:nvSpPr>
          <p:cNvPr id="10" name="Google Shape;433;p40">
            <a:extLst>
              <a:ext uri="{FF2B5EF4-FFF2-40B4-BE49-F238E27FC236}">
                <a16:creationId xmlns:a16="http://schemas.microsoft.com/office/drawing/2014/main" id="{9A06F5F2-EE85-E9B5-1786-9ED1CD61B6CD}"/>
              </a:ext>
            </a:extLst>
          </p:cNvPr>
          <p:cNvSpPr/>
          <p:nvPr/>
        </p:nvSpPr>
        <p:spPr>
          <a:xfrm>
            <a:off x="6289656" y="3143283"/>
            <a:ext cx="1142516" cy="1156003"/>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bg1"/>
              </a:solidFill>
              <a:latin typeface="Arial"/>
              <a:ea typeface="Arial"/>
              <a:cs typeface="Arial"/>
              <a:sym typeface="Arial"/>
            </a:endParaRPr>
          </a:p>
        </p:txBody>
      </p:sp>
      <p:sp>
        <p:nvSpPr>
          <p:cNvPr id="11" name="Google Shape;430;p40">
            <a:extLst>
              <a:ext uri="{FF2B5EF4-FFF2-40B4-BE49-F238E27FC236}">
                <a16:creationId xmlns:a16="http://schemas.microsoft.com/office/drawing/2014/main" id="{1FE621A0-2FA8-7666-2403-D5BF4F0D68E6}"/>
              </a:ext>
            </a:extLst>
          </p:cNvPr>
          <p:cNvSpPr txBox="1"/>
          <p:nvPr/>
        </p:nvSpPr>
        <p:spPr>
          <a:xfrm>
            <a:off x="2072118" y="1784262"/>
            <a:ext cx="3066830" cy="620357"/>
          </a:xfrm>
          <a:prstGeom prst="rect">
            <a:avLst/>
          </a:prstGeom>
          <a:noFill/>
          <a:ln>
            <a:noFill/>
          </a:ln>
        </p:spPr>
        <p:txBody>
          <a:bodyPr spcFirstLastPara="1" wrap="square" lIns="91425" tIns="91425" rIns="91425" bIns="91425" anchor="t" anchorCtr="0">
            <a:noAutofit/>
          </a:bodyPr>
          <a:lstStyle/>
          <a:p>
            <a:pPr lvl="0" algn="ctr"/>
            <a:r>
              <a:rPr lang="fr-FR" sz="1400" dirty="0">
                <a:solidFill>
                  <a:schemeClr val="dk1"/>
                </a:solidFill>
                <a:latin typeface="Arial"/>
                <a:ea typeface="Arial"/>
                <a:cs typeface="Arial"/>
                <a:sym typeface="Arial"/>
              </a:rPr>
              <a:t>est un acteur qui possède quelque les droits de gestion du système.</a:t>
            </a:r>
            <a:endParaRPr lang="fr-FR" sz="1400" dirty="0">
              <a:solidFill>
                <a:srgbClr val="000000"/>
              </a:solidFill>
              <a:latin typeface="Arial"/>
              <a:ea typeface="Arial"/>
              <a:cs typeface="Arial"/>
              <a:sym typeface="Arial"/>
            </a:endParaRPr>
          </a:p>
        </p:txBody>
      </p:sp>
      <p:sp>
        <p:nvSpPr>
          <p:cNvPr id="12" name="Google Shape;441;p40">
            <a:extLst>
              <a:ext uri="{FF2B5EF4-FFF2-40B4-BE49-F238E27FC236}">
                <a16:creationId xmlns:a16="http://schemas.microsoft.com/office/drawing/2014/main" id="{A57C21EE-46D1-E06E-8F9E-24D1030016FE}"/>
              </a:ext>
            </a:extLst>
          </p:cNvPr>
          <p:cNvSpPr txBox="1"/>
          <p:nvPr/>
        </p:nvSpPr>
        <p:spPr>
          <a:xfrm>
            <a:off x="7303614" y="1713728"/>
            <a:ext cx="2816268" cy="53975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fr-FR" sz="1400" b="0" i="0" u="none" strike="noStrike" cap="none" dirty="0">
                <a:solidFill>
                  <a:schemeClr val="bg1"/>
                </a:solidFill>
                <a:latin typeface="Arial"/>
                <a:ea typeface="Arial"/>
                <a:cs typeface="Arial"/>
                <a:sym typeface="Arial"/>
              </a:rPr>
              <a:t>est un acteur qui possède des droits limités.</a:t>
            </a:r>
            <a:endParaRPr sz="1400" b="0" i="0" u="none" strike="noStrike" cap="none" dirty="0">
              <a:solidFill>
                <a:schemeClr val="bg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43"/>
                                        </p:tgtEl>
                                        <p:attrNameLst>
                                          <p:attrName>style.visibility</p:attrName>
                                        </p:attrNameLst>
                                      </p:cBhvr>
                                      <p:to>
                                        <p:strVal val="visible"/>
                                      </p:to>
                                    </p:set>
                                    <p:animEffect transition="in" filter="barn(inVertical)">
                                      <p:cBhvr>
                                        <p:cTn id="7" dur="500"/>
                                        <p:tgtEl>
                                          <p:spTgt spid="44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37"/>
                                        </p:tgtEl>
                                        <p:attrNameLst>
                                          <p:attrName>style.visibility</p:attrName>
                                        </p:attrNameLst>
                                      </p:cBhvr>
                                      <p:to>
                                        <p:strVal val="visible"/>
                                      </p:to>
                                    </p:set>
                                    <p:animEffect transition="in" filter="wipe(down)">
                                      <p:cBhvr>
                                        <p:cTn id="12" dur="500"/>
                                        <p:tgtEl>
                                          <p:spTgt spid="43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29"/>
                                        </p:tgtEl>
                                        <p:attrNameLst>
                                          <p:attrName>style.visibility</p:attrName>
                                        </p:attrNameLst>
                                      </p:cBhvr>
                                      <p:to>
                                        <p:strVal val="visible"/>
                                      </p:to>
                                    </p:set>
                                    <p:animEffect transition="in" filter="wipe(down)">
                                      <p:cBhvr>
                                        <p:cTn id="17" dur="500"/>
                                        <p:tgtEl>
                                          <p:spTgt spid="429"/>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432"/>
                                        </p:tgtEl>
                                        <p:attrNameLst>
                                          <p:attrName>style.visibility</p:attrName>
                                        </p:attrNameLst>
                                      </p:cBhvr>
                                      <p:to>
                                        <p:strVal val="visible"/>
                                      </p:to>
                                    </p:set>
                                    <p:animEffect transition="in" filter="wipe(down)">
                                      <p:cBhvr>
                                        <p:cTn id="20" dur="500"/>
                                        <p:tgtEl>
                                          <p:spTgt spid="432"/>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down)">
                                      <p:cBhvr>
                                        <p:cTn id="23" dur="500"/>
                                        <p:tgtEl>
                                          <p:spTgt spid="6"/>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down)">
                                      <p:cBhvr>
                                        <p:cTn id="26" dur="500"/>
                                        <p:tgtEl>
                                          <p:spTgt spid="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434"/>
                                        </p:tgtEl>
                                        <p:attrNameLst>
                                          <p:attrName>style.visibility</p:attrName>
                                        </p:attrNameLst>
                                      </p:cBhvr>
                                      <p:to>
                                        <p:strVal val="visible"/>
                                      </p:to>
                                    </p:set>
                                    <p:animEffect transition="in" filter="fade">
                                      <p:cBhvr>
                                        <p:cTn id="29" dur="500"/>
                                        <p:tgtEl>
                                          <p:spTgt spid="43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par>
                                <p:cTn id="33" presetID="10" presetClass="entr" presetSubtype="0" fill="hold" nodeType="withEffect">
                                  <p:stCondLst>
                                    <p:cond delay="0"/>
                                  </p:stCondLst>
                                  <p:childTnLst>
                                    <p:set>
                                      <p:cBhvr>
                                        <p:cTn id="34" dur="1" fill="hold">
                                          <p:stCondLst>
                                            <p:cond delay="0"/>
                                          </p:stCondLst>
                                        </p:cTn>
                                        <p:tgtEl>
                                          <p:spTgt spid="11">
                                            <p:txEl>
                                              <p:pRg st="0" end="0"/>
                                            </p:txEl>
                                          </p:spTgt>
                                        </p:tgtEl>
                                        <p:attrNameLst>
                                          <p:attrName>style.visibility</p:attrName>
                                        </p:attrNameLst>
                                      </p:cBhvr>
                                      <p:to>
                                        <p:strVal val="visible"/>
                                      </p:to>
                                    </p:set>
                                    <p:animEffect transition="in" filter="fade">
                                      <p:cBhvr>
                                        <p:cTn id="35" dur="500"/>
                                        <p:tgtEl>
                                          <p:spTgt spid="11">
                                            <p:txEl>
                                              <p:pRg st="0" end="0"/>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430">
                                            <p:txEl>
                                              <p:pRg st="0" end="0"/>
                                            </p:txEl>
                                          </p:spTgt>
                                        </p:tgtEl>
                                        <p:attrNameLst>
                                          <p:attrName>style.visibility</p:attrName>
                                        </p:attrNameLst>
                                      </p:cBhvr>
                                      <p:to>
                                        <p:strVal val="visible"/>
                                      </p:to>
                                    </p:set>
                                    <p:animEffect transition="in" filter="fade">
                                      <p:cBhvr>
                                        <p:cTn id="38" dur="500"/>
                                        <p:tgtEl>
                                          <p:spTgt spid="430">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428"/>
                                        </p:tgtEl>
                                        <p:attrNameLst>
                                          <p:attrName>style.visibility</p:attrName>
                                        </p:attrNameLst>
                                      </p:cBhvr>
                                      <p:to>
                                        <p:strVal val="visible"/>
                                      </p:to>
                                    </p:set>
                                    <p:animEffect transition="in" filter="wipe(down)">
                                      <p:cBhvr>
                                        <p:cTn id="43" dur="500"/>
                                        <p:tgtEl>
                                          <p:spTgt spid="428"/>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433"/>
                                        </p:tgtEl>
                                        <p:attrNameLst>
                                          <p:attrName>style.visibility</p:attrName>
                                        </p:attrNameLst>
                                      </p:cBhvr>
                                      <p:to>
                                        <p:strVal val="visible"/>
                                      </p:to>
                                    </p:set>
                                    <p:animEffect transition="in" filter="wipe(down)">
                                      <p:cBhvr>
                                        <p:cTn id="46" dur="500"/>
                                        <p:tgtEl>
                                          <p:spTgt spid="433"/>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wipe(down)">
                                      <p:cBhvr>
                                        <p:cTn id="49" dur="500"/>
                                        <p:tgtEl>
                                          <p:spTgt spid="9"/>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wipe(down)">
                                      <p:cBhvr>
                                        <p:cTn id="52" dur="500"/>
                                        <p:tgtEl>
                                          <p:spTgt spid="1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35"/>
                                        </p:tgtEl>
                                        <p:attrNameLst>
                                          <p:attrName>style.visibility</p:attrName>
                                        </p:attrNameLst>
                                      </p:cBhvr>
                                      <p:to>
                                        <p:strVal val="visible"/>
                                      </p:to>
                                    </p:set>
                                    <p:animEffect transition="in" filter="fade">
                                      <p:cBhvr>
                                        <p:cTn id="55" dur="500"/>
                                        <p:tgtEl>
                                          <p:spTgt spid="43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40"/>
                                        </p:tgtEl>
                                        <p:attrNameLst>
                                          <p:attrName>style.visibility</p:attrName>
                                        </p:attrNameLst>
                                      </p:cBhvr>
                                      <p:to>
                                        <p:strVal val="visible"/>
                                      </p:to>
                                    </p:set>
                                    <p:animEffect transition="in" filter="fade">
                                      <p:cBhvr>
                                        <p:cTn id="58" dur="500"/>
                                        <p:tgtEl>
                                          <p:spTgt spid="44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500"/>
                                        <p:tgtEl>
                                          <p:spTgt spid="12"/>
                                        </p:tgtEl>
                                      </p:cBhvr>
                                    </p:animEffect>
                                  </p:childTnLst>
                                </p:cTn>
                              </p:par>
                              <p:par>
                                <p:cTn id="62" presetID="10" presetClass="entr" presetSubtype="0" fill="hold" nodeType="withEffect">
                                  <p:stCondLst>
                                    <p:cond delay="0"/>
                                  </p:stCondLst>
                                  <p:childTnLst>
                                    <p:set>
                                      <p:cBhvr>
                                        <p:cTn id="63" dur="1" fill="hold">
                                          <p:stCondLst>
                                            <p:cond delay="0"/>
                                          </p:stCondLst>
                                        </p:cTn>
                                        <p:tgtEl>
                                          <p:spTgt spid="441">
                                            <p:txEl>
                                              <p:pRg st="0" end="0"/>
                                            </p:txEl>
                                          </p:spTgt>
                                        </p:tgtEl>
                                        <p:attrNameLst>
                                          <p:attrName>style.visibility</p:attrName>
                                        </p:attrNameLst>
                                      </p:cBhvr>
                                      <p:to>
                                        <p:strVal val="visible"/>
                                      </p:to>
                                    </p:set>
                                    <p:animEffect transition="in" filter="fade">
                                      <p:cBhvr>
                                        <p:cTn id="64" dur="500"/>
                                        <p:tgtEl>
                                          <p:spTgt spid="44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8" grpId="0" animBg="1"/>
      <p:bldP spid="429" grpId="0" animBg="1"/>
      <p:bldP spid="432" grpId="0" animBg="1"/>
      <p:bldP spid="433" grpId="0" animBg="1"/>
      <p:bldP spid="434" grpId="0"/>
      <p:bldP spid="435" grpId="0"/>
      <p:bldP spid="440" grpId="0"/>
      <p:bldP spid="443" grpId="0"/>
      <p:bldP spid="6" grpId="0" animBg="1"/>
      <p:bldP spid="7" grpId="0" animBg="1"/>
      <p:bldP spid="8" grpId="0"/>
      <p:bldP spid="9" grpId="0" animBg="1"/>
      <p:bldP spid="10" grpId="0" animBg="1"/>
      <p:bldP spid="12"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448"/>
        <p:cNvGrpSpPr/>
        <p:nvPr/>
      </p:nvGrpSpPr>
      <p:grpSpPr>
        <a:xfrm>
          <a:off x="0" y="0"/>
          <a:ext cx="0" cy="0"/>
          <a:chOff x="0" y="0"/>
          <a:chExt cx="0" cy="0"/>
        </a:xfrm>
      </p:grpSpPr>
      <p:pic>
        <p:nvPicPr>
          <p:cNvPr id="456" name="Google Shape;456;p41"/>
          <p:cNvPicPr preferRelativeResize="0"/>
          <p:nvPr/>
        </p:nvPicPr>
        <p:blipFill>
          <a:blip r:embed="rId3">
            <a:extLst>
              <a:ext uri="{28A0092B-C50C-407E-A947-70E740481C1C}">
                <a14:useLocalDpi xmlns:a14="http://schemas.microsoft.com/office/drawing/2010/main" val="0"/>
              </a:ext>
            </a:extLst>
          </a:blip>
          <a:srcRect/>
          <a:stretch/>
        </p:blipFill>
        <p:spPr>
          <a:xfrm>
            <a:off x="2784987" y="1056841"/>
            <a:ext cx="6597445" cy="5415102"/>
          </a:xfrm>
          <a:prstGeom prst="rect">
            <a:avLst/>
          </a:prstGeom>
          <a:noFill/>
          <a:ln>
            <a:noFill/>
          </a:ln>
        </p:spPr>
      </p:pic>
      <p:sp>
        <p:nvSpPr>
          <p:cNvPr id="4" name="Rectangle 3">
            <a:extLst>
              <a:ext uri="{FF2B5EF4-FFF2-40B4-BE49-F238E27FC236}">
                <a16:creationId xmlns:a16="http://schemas.microsoft.com/office/drawing/2014/main" id="{E0747063-3196-2CCA-FEA8-2A8D9B08BDFC}"/>
              </a:ext>
            </a:extLst>
          </p:cNvPr>
          <p:cNvSpPr/>
          <p:nvPr/>
        </p:nvSpPr>
        <p:spPr>
          <a:xfrm>
            <a:off x="3694471" y="1056841"/>
            <a:ext cx="5712542" cy="5415102"/>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fr-FR"/>
          </a:p>
        </p:txBody>
      </p:sp>
      <p:sp>
        <p:nvSpPr>
          <p:cNvPr id="5" name="ZoneTexte 4">
            <a:extLst>
              <a:ext uri="{FF2B5EF4-FFF2-40B4-BE49-F238E27FC236}">
                <a16:creationId xmlns:a16="http://schemas.microsoft.com/office/drawing/2014/main" id="{5F2E8499-5867-59C3-72C0-D7035D007BE9}"/>
              </a:ext>
            </a:extLst>
          </p:cNvPr>
          <p:cNvSpPr txBox="1"/>
          <p:nvPr/>
        </p:nvSpPr>
        <p:spPr>
          <a:xfrm>
            <a:off x="3147552" y="56568"/>
            <a:ext cx="5896896" cy="707886"/>
          </a:xfrm>
          <a:prstGeom prst="rect">
            <a:avLst/>
          </a:prstGeom>
          <a:noFill/>
        </p:spPr>
        <p:txBody>
          <a:bodyPr wrap="square">
            <a:spAutoFit/>
          </a:bodyPr>
          <a:lstStyle/>
          <a:p>
            <a:pPr algn="ctr"/>
            <a:r>
              <a:rPr lang="fr-FR" sz="4000" dirty="0">
                <a:solidFill>
                  <a:schemeClr val="bg1"/>
                </a:solidFill>
                <a:latin typeface="Constantia" panose="02030602050306030303" pitchFamily="18" charset="0"/>
              </a:rPr>
              <a:t>Conception</a:t>
            </a:r>
            <a:endParaRPr lang="fr-FR" sz="4000" dirty="0"/>
          </a:p>
        </p:txBody>
      </p:sp>
      <p:sp>
        <p:nvSpPr>
          <p:cNvPr id="6" name="ZoneTexte 5">
            <a:extLst>
              <a:ext uri="{FF2B5EF4-FFF2-40B4-BE49-F238E27FC236}">
                <a16:creationId xmlns:a16="http://schemas.microsoft.com/office/drawing/2014/main" id="{95137075-A802-0E62-57A0-66AB7289318D}"/>
              </a:ext>
            </a:extLst>
          </p:cNvPr>
          <p:cNvSpPr txBox="1"/>
          <p:nvPr/>
        </p:nvSpPr>
        <p:spPr>
          <a:xfrm>
            <a:off x="990600" y="472066"/>
            <a:ext cx="5862484" cy="584775"/>
          </a:xfrm>
          <a:prstGeom prst="rect">
            <a:avLst/>
          </a:prstGeom>
          <a:noFill/>
        </p:spPr>
        <p:txBody>
          <a:bodyPr wrap="square">
            <a:spAutoFit/>
          </a:bodyPr>
          <a:lstStyle/>
          <a:p>
            <a:r>
              <a:rPr lang="fr-FR" altLang="fr-FR" sz="3200" dirty="0">
                <a:solidFill>
                  <a:schemeClr val="bg1"/>
                </a:solidFill>
                <a:latin typeface="Constantia" panose="02030602050306030303" pitchFamily="18" charset="0"/>
              </a:rPr>
              <a:t>Diagramme de cas d’utilisation</a:t>
            </a:r>
            <a:endParaRPr lang="fr-FR" sz="32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56"/>
                                        </p:tgtEl>
                                        <p:attrNameLst>
                                          <p:attrName>style.visibility</p:attrName>
                                        </p:attrNameLst>
                                      </p:cBhvr>
                                      <p:to>
                                        <p:strVal val="visible"/>
                                      </p:to>
                                    </p:set>
                                    <p:animEffect transition="in" filter="wipe(down)">
                                      <p:cBhvr>
                                        <p:cTn id="12" dur="500"/>
                                        <p:tgtEl>
                                          <p:spTgt spid="456"/>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down)">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448">
          <a:extLst>
            <a:ext uri="{FF2B5EF4-FFF2-40B4-BE49-F238E27FC236}">
              <a16:creationId xmlns:a16="http://schemas.microsoft.com/office/drawing/2014/main" id="{F9E499F8-96B0-402B-6EE0-5C21C9D769D5}"/>
            </a:ext>
          </a:extLst>
        </p:cNvPr>
        <p:cNvGrpSpPr/>
        <p:nvPr/>
      </p:nvGrpSpPr>
      <p:grpSpPr>
        <a:xfrm>
          <a:off x="0" y="0"/>
          <a:ext cx="0" cy="0"/>
          <a:chOff x="0" y="0"/>
          <a:chExt cx="0" cy="0"/>
        </a:xfrm>
      </p:grpSpPr>
      <p:pic>
        <p:nvPicPr>
          <p:cNvPr id="456" name="Google Shape;456;p41">
            <a:extLst>
              <a:ext uri="{FF2B5EF4-FFF2-40B4-BE49-F238E27FC236}">
                <a16:creationId xmlns:a16="http://schemas.microsoft.com/office/drawing/2014/main" id="{FCE938CC-1A95-6155-6E52-57402E80F6AC}"/>
              </a:ext>
            </a:extLst>
          </p:cNvPr>
          <p:cNvPicPr preferRelativeResize="0"/>
          <p:nvPr/>
        </p:nvPicPr>
        <p:blipFill>
          <a:blip r:embed="rId3">
            <a:extLst>
              <a:ext uri="{28A0092B-C50C-407E-A947-70E740481C1C}">
                <a14:useLocalDpi xmlns:a14="http://schemas.microsoft.com/office/drawing/2010/main" val="0"/>
              </a:ext>
            </a:extLst>
          </a:blip>
          <a:srcRect/>
          <a:stretch/>
        </p:blipFill>
        <p:spPr>
          <a:xfrm>
            <a:off x="2300749" y="1578079"/>
            <a:ext cx="7602794" cy="4803056"/>
          </a:xfrm>
          <a:prstGeom prst="rect">
            <a:avLst/>
          </a:prstGeom>
          <a:ln>
            <a:noFill/>
          </a:ln>
          <a:effectLst>
            <a:outerShdw blurRad="292100" dist="139700" dir="2700000" algn="tl" rotWithShape="0">
              <a:srgbClr val="333333">
                <a:alpha val="65000"/>
              </a:srgbClr>
            </a:outerShdw>
          </a:effectLst>
        </p:spPr>
      </p:pic>
      <p:sp>
        <p:nvSpPr>
          <p:cNvPr id="5" name="ZoneTexte 4">
            <a:extLst>
              <a:ext uri="{FF2B5EF4-FFF2-40B4-BE49-F238E27FC236}">
                <a16:creationId xmlns:a16="http://schemas.microsoft.com/office/drawing/2014/main" id="{D6604C7A-E3E0-C1E3-FA68-52F7890DE3AA}"/>
              </a:ext>
            </a:extLst>
          </p:cNvPr>
          <p:cNvSpPr txBox="1"/>
          <p:nvPr/>
        </p:nvSpPr>
        <p:spPr>
          <a:xfrm>
            <a:off x="3147552" y="56568"/>
            <a:ext cx="5896896" cy="707886"/>
          </a:xfrm>
          <a:prstGeom prst="rect">
            <a:avLst/>
          </a:prstGeom>
          <a:noFill/>
        </p:spPr>
        <p:txBody>
          <a:bodyPr wrap="square">
            <a:spAutoFit/>
          </a:bodyPr>
          <a:lstStyle/>
          <a:p>
            <a:pPr algn="ctr"/>
            <a:r>
              <a:rPr lang="fr-FR" sz="4000" dirty="0">
                <a:solidFill>
                  <a:schemeClr val="bg1"/>
                </a:solidFill>
                <a:latin typeface="Constantia" panose="02030602050306030303" pitchFamily="18" charset="0"/>
              </a:rPr>
              <a:t>Conception</a:t>
            </a:r>
            <a:endParaRPr lang="fr-FR" sz="4000" dirty="0"/>
          </a:p>
        </p:txBody>
      </p:sp>
      <p:sp>
        <p:nvSpPr>
          <p:cNvPr id="6" name="ZoneTexte 5">
            <a:extLst>
              <a:ext uri="{FF2B5EF4-FFF2-40B4-BE49-F238E27FC236}">
                <a16:creationId xmlns:a16="http://schemas.microsoft.com/office/drawing/2014/main" id="{D1F57693-E41D-9687-A635-E7FBAE32E879}"/>
              </a:ext>
            </a:extLst>
          </p:cNvPr>
          <p:cNvSpPr txBox="1"/>
          <p:nvPr/>
        </p:nvSpPr>
        <p:spPr>
          <a:xfrm>
            <a:off x="970936" y="655317"/>
            <a:ext cx="7602794" cy="584775"/>
          </a:xfrm>
          <a:prstGeom prst="rect">
            <a:avLst/>
          </a:prstGeom>
          <a:noFill/>
        </p:spPr>
        <p:txBody>
          <a:bodyPr wrap="square">
            <a:spAutoFit/>
          </a:bodyPr>
          <a:lstStyle/>
          <a:p>
            <a:r>
              <a:rPr lang="fr-FR" altLang="fr-FR" sz="3200" dirty="0">
                <a:solidFill>
                  <a:schemeClr val="bg1"/>
                </a:solidFill>
                <a:latin typeface="Constantia" panose="02030602050306030303" pitchFamily="18" charset="0"/>
              </a:rPr>
              <a:t>Diagramme de séquence : créer compte</a:t>
            </a:r>
            <a:endParaRPr lang="fr-FR" sz="3200" dirty="0"/>
          </a:p>
        </p:txBody>
      </p:sp>
    </p:spTree>
    <p:extLst>
      <p:ext uri="{BB962C8B-B14F-4D97-AF65-F5344CB8AC3E}">
        <p14:creationId xmlns:p14="http://schemas.microsoft.com/office/powerpoint/2010/main" val="35456035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56"/>
                                        </p:tgtEl>
                                        <p:attrNameLst>
                                          <p:attrName>style.visibility</p:attrName>
                                        </p:attrNameLst>
                                      </p:cBhvr>
                                      <p:to>
                                        <p:strVal val="visible"/>
                                      </p:to>
                                    </p:set>
                                    <p:animEffect transition="in" filter="fade">
                                      <p:cBhvr>
                                        <p:cTn id="12" dur="500"/>
                                        <p:tgtEl>
                                          <p:spTgt spid="4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448">
          <a:extLst>
            <a:ext uri="{FF2B5EF4-FFF2-40B4-BE49-F238E27FC236}">
              <a16:creationId xmlns:a16="http://schemas.microsoft.com/office/drawing/2014/main" id="{98399002-D6CB-6683-216B-3C67BF97C540}"/>
            </a:ext>
          </a:extLst>
        </p:cNvPr>
        <p:cNvGrpSpPr/>
        <p:nvPr/>
      </p:nvGrpSpPr>
      <p:grpSpPr>
        <a:xfrm>
          <a:off x="0" y="0"/>
          <a:ext cx="0" cy="0"/>
          <a:chOff x="0" y="0"/>
          <a:chExt cx="0" cy="0"/>
        </a:xfrm>
      </p:grpSpPr>
      <p:pic>
        <p:nvPicPr>
          <p:cNvPr id="456" name="Google Shape;456;p41">
            <a:extLst>
              <a:ext uri="{FF2B5EF4-FFF2-40B4-BE49-F238E27FC236}">
                <a16:creationId xmlns:a16="http://schemas.microsoft.com/office/drawing/2014/main" id="{083392DC-D4EC-8409-BC10-0508AA3EA5A9}"/>
              </a:ext>
            </a:extLst>
          </p:cNvPr>
          <p:cNvPicPr preferRelativeResize="0"/>
          <p:nvPr/>
        </p:nvPicPr>
        <p:blipFill>
          <a:blip r:embed="rId3">
            <a:extLst>
              <a:ext uri="{28A0092B-C50C-407E-A947-70E740481C1C}">
                <a14:useLocalDpi xmlns:a14="http://schemas.microsoft.com/office/drawing/2010/main" val="0"/>
              </a:ext>
            </a:extLst>
          </a:blip>
          <a:srcRect/>
          <a:stretch/>
        </p:blipFill>
        <p:spPr>
          <a:xfrm>
            <a:off x="2488195" y="1578078"/>
            <a:ext cx="7521043" cy="4989869"/>
          </a:xfrm>
          <a:prstGeom prst="rect">
            <a:avLst/>
          </a:prstGeom>
          <a:ln>
            <a:noFill/>
          </a:ln>
          <a:effectLst>
            <a:outerShdw blurRad="292100" dist="139700" dir="2700000" algn="tl" rotWithShape="0">
              <a:srgbClr val="333333">
                <a:alpha val="65000"/>
              </a:srgbClr>
            </a:outerShdw>
          </a:effectLst>
        </p:spPr>
      </p:pic>
      <p:sp>
        <p:nvSpPr>
          <p:cNvPr id="5" name="ZoneTexte 4">
            <a:extLst>
              <a:ext uri="{FF2B5EF4-FFF2-40B4-BE49-F238E27FC236}">
                <a16:creationId xmlns:a16="http://schemas.microsoft.com/office/drawing/2014/main" id="{CDDDF153-9BE5-FD9B-7D95-5814B6F236FC}"/>
              </a:ext>
            </a:extLst>
          </p:cNvPr>
          <p:cNvSpPr txBox="1"/>
          <p:nvPr/>
        </p:nvSpPr>
        <p:spPr>
          <a:xfrm>
            <a:off x="3147552" y="56568"/>
            <a:ext cx="5896896" cy="707886"/>
          </a:xfrm>
          <a:prstGeom prst="rect">
            <a:avLst/>
          </a:prstGeom>
          <a:noFill/>
        </p:spPr>
        <p:txBody>
          <a:bodyPr wrap="square">
            <a:spAutoFit/>
          </a:bodyPr>
          <a:lstStyle/>
          <a:p>
            <a:pPr algn="ctr"/>
            <a:r>
              <a:rPr lang="fr-FR" sz="4000" dirty="0">
                <a:solidFill>
                  <a:schemeClr val="bg1"/>
                </a:solidFill>
                <a:latin typeface="Constantia" panose="02030602050306030303" pitchFamily="18" charset="0"/>
              </a:rPr>
              <a:t>Conception</a:t>
            </a:r>
            <a:endParaRPr lang="fr-FR" sz="4000" dirty="0"/>
          </a:p>
        </p:txBody>
      </p:sp>
      <p:sp>
        <p:nvSpPr>
          <p:cNvPr id="6" name="ZoneTexte 5">
            <a:extLst>
              <a:ext uri="{FF2B5EF4-FFF2-40B4-BE49-F238E27FC236}">
                <a16:creationId xmlns:a16="http://schemas.microsoft.com/office/drawing/2014/main" id="{A5FEA769-2247-2B0E-23C1-B26774E2201B}"/>
              </a:ext>
            </a:extLst>
          </p:cNvPr>
          <p:cNvSpPr txBox="1"/>
          <p:nvPr/>
        </p:nvSpPr>
        <p:spPr>
          <a:xfrm>
            <a:off x="961104" y="764454"/>
            <a:ext cx="7602794" cy="584775"/>
          </a:xfrm>
          <a:prstGeom prst="rect">
            <a:avLst/>
          </a:prstGeom>
          <a:noFill/>
        </p:spPr>
        <p:txBody>
          <a:bodyPr wrap="square">
            <a:spAutoFit/>
          </a:bodyPr>
          <a:lstStyle/>
          <a:p>
            <a:r>
              <a:rPr lang="fr-FR" altLang="fr-FR" sz="3200" dirty="0">
                <a:solidFill>
                  <a:schemeClr val="bg1"/>
                </a:solidFill>
                <a:latin typeface="Constantia" panose="02030602050306030303" pitchFamily="18" charset="0"/>
              </a:rPr>
              <a:t>Diagramme de séquence : authentification</a:t>
            </a:r>
            <a:endParaRPr lang="fr-FR" sz="3200" dirty="0"/>
          </a:p>
        </p:txBody>
      </p:sp>
    </p:spTree>
    <p:extLst>
      <p:ext uri="{BB962C8B-B14F-4D97-AF65-F5344CB8AC3E}">
        <p14:creationId xmlns:p14="http://schemas.microsoft.com/office/powerpoint/2010/main" val="22983536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56"/>
                                        </p:tgtEl>
                                        <p:attrNameLst>
                                          <p:attrName>style.visibility</p:attrName>
                                        </p:attrNameLst>
                                      </p:cBhvr>
                                      <p:to>
                                        <p:strVal val="visible"/>
                                      </p:to>
                                    </p:set>
                                    <p:animEffect transition="in" filter="fade">
                                      <p:cBhvr>
                                        <p:cTn id="12" dur="500"/>
                                        <p:tgtEl>
                                          <p:spTgt spid="4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448">
          <a:extLst>
            <a:ext uri="{FF2B5EF4-FFF2-40B4-BE49-F238E27FC236}">
              <a16:creationId xmlns:a16="http://schemas.microsoft.com/office/drawing/2014/main" id="{758EF207-FDD7-D653-04C8-C48C3E2C1B40}"/>
            </a:ext>
          </a:extLst>
        </p:cNvPr>
        <p:cNvGrpSpPr/>
        <p:nvPr/>
      </p:nvGrpSpPr>
      <p:grpSpPr>
        <a:xfrm>
          <a:off x="0" y="0"/>
          <a:ext cx="0" cy="0"/>
          <a:chOff x="0" y="0"/>
          <a:chExt cx="0" cy="0"/>
        </a:xfrm>
      </p:grpSpPr>
      <p:pic>
        <p:nvPicPr>
          <p:cNvPr id="456" name="Google Shape;456;p41">
            <a:extLst>
              <a:ext uri="{FF2B5EF4-FFF2-40B4-BE49-F238E27FC236}">
                <a16:creationId xmlns:a16="http://schemas.microsoft.com/office/drawing/2014/main" id="{1E4B89BE-3CEA-8782-7E0F-EF19212D3CB5}"/>
              </a:ext>
            </a:extLst>
          </p:cNvPr>
          <p:cNvPicPr preferRelativeResize="0"/>
          <p:nvPr/>
        </p:nvPicPr>
        <p:blipFill>
          <a:blip r:embed="rId3">
            <a:extLst>
              <a:ext uri="{28A0092B-C50C-407E-A947-70E740481C1C}">
                <a14:useLocalDpi xmlns:a14="http://schemas.microsoft.com/office/drawing/2010/main" val="0"/>
              </a:ext>
            </a:extLst>
          </a:blip>
          <a:srcRect/>
          <a:stretch/>
        </p:blipFill>
        <p:spPr>
          <a:xfrm>
            <a:off x="1465007" y="1363202"/>
            <a:ext cx="8711380" cy="5106423"/>
          </a:xfrm>
          <a:prstGeom prst="rect">
            <a:avLst/>
          </a:prstGeom>
          <a:ln>
            <a:noFill/>
          </a:ln>
          <a:effectLst>
            <a:outerShdw blurRad="292100" dist="139700" dir="2700000" algn="tl" rotWithShape="0">
              <a:srgbClr val="333333">
                <a:alpha val="65000"/>
              </a:srgbClr>
            </a:outerShdw>
          </a:effectLst>
        </p:spPr>
      </p:pic>
      <p:sp>
        <p:nvSpPr>
          <p:cNvPr id="5" name="ZoneTexte 4">
            <a:extLst>
              <a:ext uri="{FF2B5EF4-FFF2-40B4-BE49-F238E27FC236}">
                <a16:creationId xmlns:a16="http://schemas.microsoft.com/office/drawing/2014/main" id="{39278F98-78D8-E541-FCBE-456E64468AC2}"/>
              </a:ext>
            </a:extLst>
          </p:cNvPr>
          <p:cNvSpPr txBox="1"/>
          <p:nvPr/>
        </p:nvSpPr>
        <p:spPr>
          <a:xfrm>
            <a:off x="3147552" y="56568"/>
            <a:ext cx="5896896" cy="707886"/>
          </a:xfrm>
          <a:prstGeom prst="rect">
            <a:avLst/>
          </a:prstGeom>
          <a:noFill/>
        </p:spPr>
        <p:txBody>
          <a:bodyPr wrap="square">
            <a:spAutoFit/>
          </a:bodyPr>
          <a:lstStyle/>
          <a:p>
            <a:pPr algn="ctr"/>
            <a:r>
              <a:rPr lang="fr-FR" sz="4000" dirty="0">
                <a:solidFill>
                  <a:schemeClr val="bg1"/>
                </a:solidFill>
                <a:latin typeface="Constantia" panose="02030602050306030303" pitchFamily="18" charset="0"/>
              </a:rPr>
              <a:t>Conception</a:t>
            </a:r>
            <a:endParaRPr lang="fr-FR" sz="4000" dirty="0"/>
          </a:p>
        </p:txBody>
      </p:sp>
      <p:sp>
        <p:nvSpPr>
          <p:cNvPr id="6" name="ZoneTexte 5">
            <a:extLst>
              <a:ext uri="{FF2B5EF4-FFF2-40B4-BE49-F238E27FC236}">
                <a16:creationId xmlns:a16="http://schemas.microsoft.com/office/drawing/2014/main" id="{73BC9937-8F03-78DF-8244-E31876789164}"/>
              </a:ext>
            </a:extLst>
          </p:cNvPr>
          <p:cNvSpPr txBox="1"/>
          <p:nvPr/>
        </p:nvSpPr>
        <p:spPr>
          <a:xfrm>
            <a:off x="970936" y="655317"/>
            <a:ext cx="7602794" cy="584775"/>
          </a:xfrm>
          <a:prstGeom prst="rect">
            <a:avLst/>
          </a:prstGeom>
          <a:noFill/>
        </p:spPr>
        <p:txBody>
          <a:bodyPr wrap="square">
            <a:spAutoFit/>
          </a:bodyPr>
          <a:lstStyle/>
          <a:p>
            <a:r>
              <a:rPr lang="fr-FR" altLang="fr-FR" sz="3200" dirty="0">
                <a:solidFill>
                  <a:schemeClr val="bg1"/>
                </a:solidFill>
                <a:latin typeface="Constantia" panose="02030602050306030303" pitchFamily="18" charset="0"/>
              </a:rPr>
              <a:t>Diagramme de séquence : ajout séance</a:t>
            </a:r>
            <a:endParaRPr lang="fr-FR" sz="3200" dirty="0"/>
          </a:p>
        </p:txBody>
      </p:sp>
    </p:spTree>
    <p:extLst>
      <p:ext uri="{BB962C8B-B14F-4D97-AF65-F5344CB8AC3E}">
        <p14:creationId xmlns:p14="http://schemas.microsoft.com/office/powerpoint/2010/main" val="34866197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56"/>
                                        </p:tgtEl>
                                        <p:attrNameLst>
                                          <p:attrName>style.visibility</p:attrName>
                                        </p:attrNameLst>
                                      </p:cBhvr>
                                      <p:to>
                                        <p:strVal val="visible"/>
                                      </p:to>
                                    </p:set>
                                    <p:animEffect transition="in" filter="fade">
                                      <p:cBhvr>
                                        <p:cTn id="12" dur="500"/>
                                        <p:tgtEl>
                                          <p:spTgt spid="4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Shape 448">
          <a:extLst>
            <a:ext uri="{FF2B5EF4-FFF2-40B4-BE49-F238E27FC236}">
              <a16:creationId xmlns:a16="http://schemas.microsoft.com/office/drawing/2014/main" id="{AB729BB4-6A5F-E249-DC98-CE15932F2490}"/>
            </a:ext>
          </a:extLst>
        </p:cNvPr>
        <p:cNvGrpSpPr/>
        <p:nvPr/>
      </p:nvGrpSpPr>
      <p:grpSpPr>
        <a:xfrm>
          <a:off x="0" y="0"/>
          <a:ext cx="0" cy="0"/>
          <a:chOff x="0" y="0"/>
          <a:chExt cx="0" cy="0"/>
        </a:xfrm>
      </p:grpSpPr>
      <p:pic>
        <p:nvPicPr>
          <p:cNvPr id="456" name="Google Shape;456;p41">
            <a:extLst>
              <a:ext uri="{FF2B5EF4-FFF2-40B4-BE49-F238E27FC236}">
                <a16:creationId xmlns:a16="http://schemas.microsoft.com/office/drawing/2014/main" id="{04776102-F1AE-CFCC-460F-7096458F2AC4}"/>
              </a:ext>
            </a:extLst>
          </p:cNvPr>
          <p:cNvPicPr preferRelativeResize="0"/>
          <p:nvPr/>
        </p:nvPicPr>
        <p:blipFill>
          <a:blip r:embed="rId3">
            <a:extLst>
              <a:ext uri="{28A0092B-C50C-407E-A947-70E740481C1C}">
                <a14:useLocalDpi xmlns:a14="http://schemas.microsoft.com/office/drawing/2010/main" val="0"/>
              </a:ext>
            </a:extLst>
          </a:blip>
          <a:srcRect/>
          <a:stretch/>
        </p:blipFill>
        <p:spPr>
          <a:xfrm>
            <a:off x="1563329" y="1361868"/>
            <a:ext cx="9085006" cy="4790545"/>
          </a:xfrm>
          <a:prstGeom prst="rect">
            <a:avLst/>
          </a:prstGeom>
          <a:noFill/>
          <a:ln>
            <a:noFill/>
          </a:ln>
        </p:spPr>
      </p:pic>
      <p:sp>
        <p:nvSpPr>
          <p:cNvPr id="5" name="ZoneTexte 4">
            <a:extLst>
              <a:ext uri="{FF2B5EF4-FFF2-40B4-BE49-F238E27FC236}">
                <a16:creationId xmlns:a16="http://schemas.microsoft.com/office/drawing/2014/main" id="{66571747-B581-772B-5D18-6B921CACA9EE}"/>
              </a:ext>
            </a:extLst>
          </p:cNvPr>
          <p:cNvSpPr txBox="1"/>
          <p:nvPr/>
        </p:nvSpPr>
        <p:spPr>
          <a:xfrm>
            <a:off x="3147552" y="56568"/>
            <a:ext cx="5896896" cy="707886"/>
          </a:xfrm>
          <a:prstGeom prst="rect">
            <a:avLst/>
          </a:prstGeom>
          <a:noFill/>
        </p:spPr>
        <p:txBody>
          <a:bodyPr wrap="square">
            <a:spAutoFit/>
          </a:bodyPr>
          <a:lstStyle/>
          <a:p>
            <a:pPr algn="ctr"/>
            <a:r>
              <a:rPr lang="fr-FR" sz="4000" dirty="0">
                <a:solidFill>
                  <a:schemeClr val="bg1"/>
                </a:solidFill>
                <a:latin typeface="Constantia" panose="02030602050306030303" pitchFamily="18" charset="0"/>
              </a:rPr>
              <a:t>Conception</a:t>
            </a:r>
            <a:endParaRPr lang="fr-FR" sz="4000" dirty="0"/>
          </a:p>
        </p:txBody>
      </p:sp>
      <p:sp>
        <p:nvSpPr>
          <p:cNvPr id="6" name="ZoneTexte 5">
            <a:extLst>
              <a:ext uri="{FF2B5EF4-FFF2-40B4-BE49-F238E27FC236}">
                <a16:creationId xmlns:a16="http://schemas.microsoft.com/office/drawing/2014/main" id="{E8220171-3844-80F0-E305-00A59BBACCAA}"/>
              </a:ext>
            </a:extLst>
          </p:cNvPr>
          <p:cNvSpPr txBox="1"/>
          <p:nvPr/>
        </p:nvSpPr>
        <p:spPr>
          <a:xfrm>
            <a:off x="1000432" y="653982"/>
            <a:ext cx="5862484" cy="584775"/>
          </a:xfrm>
          <a:prstGeom prst="rect">
            <a:avLst/>
          </a:prstGeom>
          <a:noFill/>
        </p:spPr>
        <p:txBody>
          <a:bodyPr wrap="square">
            <a:spAutoFit/>
          </a:bodyPr>
          <a:lstStyle/>
          <a:p>
            <a:r>
              <a:rPr lang="fr-FR" altLang="fr-FR" sz="3200" dirty="0">
                <a:solidFill>
                  <a:schemeClr val="bg1"/>
                </a:solidFill>
                <a:latin typeface="Constantia" panose="02030602050306030303" pitchFamily="18" charset="0"/>
              </a:rPr>
              <a:t>Diagramme de classe </a:t>
            </a:r>
            <a:endParaRPr lang="fr-FR" sz="3200" dirty="0"/>
          </a:p>
        </p:txBody>
      </p:sp>
    </p:spTree>
    <p:extLst>
      <p:ext uri="{BB962C8B-B14F-4D97-AF65-F5344CB8AC3E}">
        <p14:creationId xmlns:p14="http://schemas.microsoft.com/office/powerpoint/2010/main" val="25254736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56"/>
                                        </p:tgtEl>
                                        <p:attrNameLst>
                                          <p:attrName>style.visibility</p:attrName>
                                        </p:attrNameLst>
                                      </p:cBhvr>
                                      <p:to>
                                        <p:strVal val="visible"/>
                                      </p:to>
                                    </p:set>
                                    <p:animEffect transition="in" filter="fade">
                                      <p:cBhvr>
                                        <p:cTn id="12" dur="500"/>
                                        <p:tgtEl>
                                          <p:spTgt spid="4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F16B77C-7D5E-A48F-88B2-EADB0CB99FB4}"/>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FA51F70-0C68-27C8-6CBC-30110E690F3C}"/>
              </a:ext>
            </a:extLst>
          </p:cNvPr>
          <p:cNvSpPr>
            <a:spLocks noGrp="1"/>
          </p:cNvSpPr>
          <p:nvPr>
            <p:ph idx="1"/>
          </p:nvPr>
        </p:nvSpPr>
        <p:spPr>
          <a:xfrm>
            <a:off x="1141412" y="550606"/>
            <a:ext cx="9905999" cy="5240595"/>
          </a:xfrm>
        </p:spPr>
        <p:txBody>
          <a:bodyPr/>
          <a:lstStyle/>
          <a:p>
            <a:pPr marL="0" indent="0" algn="ctr">
              <a:buNone/>
            </a:pPr>
            <a:endParaRPr lang="fr-FR" dirty="0"/>
          </a:p>
          <a:p>
            <a:pPr marL="0" indent="0" algn="ctr">
              <a:buNone/>
            </a:pPr>
            <a:endParaRPr lang="fr-FR" dirty="0"/>
          </a:p>
          <a:p>
            <a:pPr marL="0" indent="0" algn="ctr">
              <a:buNone/>
            </a:pPr>
            <a:endParaRPr lang="fr-FR" dirty="0"/>
          </a:p>
          <a:p>
            <a:pPr marL="0" indent="0" algn="ctr">
              <a:buNone/>
            </a:pPr>
            <a:r>
              <a:rPr lang="fr-FR" sz="6000" dirty="0">
                <a:solidFill>
                  <a:schemeClr val="bg1"/>
                </a:solidFill>
              </a:rPr>
              <a:t>Outils développés</a:t>
            </a:r>
          </a:p>
        </p:txBody>
      </p:sp>
    </p:spTree>
    <p:extLst>
      <p:ext uri="{BB962C8B-B14F-4D97-AF65-F5344CB8AC3E}">
        <p14:creationId xmlns:p14="http://schemas.microsoft.com/office/powerpoint/2010/main" val="681971576"/>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Shape 608"/>
        <p:cNvGrpSpPr/>
        <p:nvPr/>
      </p:nvGrpSpPr>
      <p:grpSpPr>
        <a:xfrm>
          <a:off x="0" y="0"/>
          <a:ext cx="0" cy="0"/>
          <a:chOff x="0" y="0"/>
          <a:chExt cx="0" cy="0"/>
        </a:xfrm>
      </p:grpSpPr>
      <p:sp>
        <p:nvSpPr>
          <p:cNvPr id="2" name="ZoneTexte 1">
            <a:extLst>
              <a:ext uri="{FF2B5EF4-FFF2-40B4-BE49-F238E27FC236}">
                <a16:creationId xmlns:a16="http://schemas.microsoft.com/office/drawing/2014/main" id="{745B7028-8B8D-AAE5-3EC2-67B9D3CABCFF}"/>
              </a:ext>
            </a:extLst>
          </p:cNvPr>
          <p:cNvSpPr txBox="1"/>
          <p:nvPr/>
        </p:nvSpPr>
        <p:spPr>
          <a:xfrm>
            <a:off x="3147552" y="56568"/>
            <a:ext cx="5896896" cy="707886"/>
          </a:xfrm>
          <a:prstGeom prst="rect">
            <a:avLst/>
          </a:prstGeom>
          <a:noFill/>
        </p:spPr>
        <p:txBody>
          <a:bodyPr wrap="square">
            <a:spAutoFit/>
          </a:bodyPr>
          <a:lstStyle/>
          <a:p>
            <a:pPr algn="ctr"/>
            <a:r>
              <a:rPr lang="fr-FR" sz="4000" dirty="0">
                <a:solidFill>
                  <a:schemeClr val="bg1"/>
                </a:solidFill>
                <a:latin typeface="Constantia" panose="02030602050306030303" pitchFamily="18" charset="0"/>
              </a:rPr>
              <a:t>Outils développés</a:t>
            </a:r>
            <a:endParaRPr lang="fr-FR" sz="4000" dirty="0"/>
          </a:p>
        </p:txBody>
      </p:sp>
      <p:pic>
        <p:nvPicPr>
          <p:cNvPr id="6" name="Picture 1">
            <a:extLst>
              <a:ext uri="{FF2B5EF4-FFF2-40B4-BE49-F238E27FC236}">
                <a16:creationId xmlns:a16="http://schemas.microsoft.com/office/drawing/2014/main" id="{5CF37F4E-7BC8-99E8-6512-EA59A50AFC3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86874" y="3805084"/>
            <a:ext cx="1521100" cy="906473"/>
          </a:xfrm>
          <a:prstGeom prst="rect">
            <a:avLst/>
          </a:prstGeom>
        </p:spPr>
      </p:pic>
      <p:pic>
        <p:nvPicPr>
          <p:cNvPr id="7" name="Picture 1">
            <a:extLst>
              <a:ext uri="{FF2B5EF4-FFF2-40B4-BE49-F238E27FC236}">
                <a16:creationId xmlns:a16="http://schemas.microsoft.com/office/drawing/2014/main" id="{F53D500B-6374-6D35-2188-53607526FAA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73730" y="1769806"/>
            <a:ext cx="924231" cy="986599"/>
          </a:xfrm>
          <a:prstGeom prst="rect">
            <a:avLst/>
          </a:prstGeom>
        </p:spPr>
      </p:pic>
      <p:pic>
        <p:nvPicPr>
          <p:cNvPr id="8" name="Picture 1">
            <a:extLst>
              <a:ext uri="{FF2B5EF4-FFF2-40B4-BE49-F238E27FC236}">
                <a16:creationId xmlns:a16="http://schemas.microsoft.com/office/drawing/2014/main" id="{6AFCCE91-70F3-AA90-40B9-9F92C6A63CD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661613" y="3805083"/>
            <a:ext cx="1444829" cy="906473"/>
          </a:xfrm>
          <a:prstGeom prst="rect">
            <a:avLst/>
          </a:prstGeom>
        </p:spPr>
      </p:pic>
      <p:sp>
        <p:nvSpPr>
          <p:cNvPr id="12" name="ZoneTexte 11">
            <a:extLst>
              <a:ext uri="{FF2B5EF4-FFF2-40B4-BE49-F238E27FC236}">
                <a16:creationId xmlns:a16="http://schemas.microsoft.com/office/drawing/2014/main" id="{A6E123D2-4A71-2D17-A5AB-AC213250C4C7}"/>
              </a:ext>
            </a:extLst>
          </p:cNvPr>
          <p:cNvSpPr txBox="1"/>
          <p:nvPr/>
        </p:nvSpPr>
        <p:spPr>
          <a:xfrm>
            <a:off x="970936" y="655317"/>
            <a:ext cx="7602794" cy="584775"/>
          </a:xfrm>
          <a:prstGeom prst="rect">
            <a:avLst/>
          </a:prstGeom>
          <a:noFill/>
        </p:spPr>
        <p:txBody>
          <a:bodyPr wrap="square">
            <a:spAutoFit/>
          </a:bodyPr>
          <a:lstStyle/>
          <a:p>
            <a:r>
              <a:rPr lang="fr-FR" altLang="fr-FR" sz="3200" dirty="0">
                <a:solidFill>
                  <a:schemeClr val="bg1"/>
                </a:solidFill>
                <a:latin typeface="Constantia" panose="02030602050306030303" pitchFamily="18" charset="0"/>
              </a:rPr>
              <a:t>Les langages</a:t>
            </a:r>
            <a:endParaRPr lang="fr-FR" sz="3200" dirty="0"/>
          </a:p>
        </p:txBody>
      </p:sp>
      <p:pic>
        <p:nvPicPr>
          <p:cNvPr id="13" name="Picture 1">
            <a:extLst>
              <a:ext uri="{FF2B5EF4-FFF2-40B4-BE49-F238E27FC236}">
                <a16:creationId xmlns:a16="http://schemas.microsoft.com/office/drawing/2014/main" id="{BCD8E22C-F309-3447-99F1-AB4AF9A9B5F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769808" y="1769806"/>
            <a:ext cx="924231" cy="981593"/>
          </a:xfrm>
          <a:prstGeom prst="rect">
            <a:avLst/>
          </a:prstGeom>
        </p:spPr>
      </p:pic>
      <p:pic>
        <p:nvPicPr>
          <p:cNvPr id="15" name="Picture 1">
            <a:extLst>
              <a:ext uri="{FF2B5EF4-FFF2-40B4-BE49-F238E27FC236}">
                <a16:creationId xmlns:a16="http://schemas.microsoft.com/office/drawing/2014/main" id="{2984F66B-D24F-5186-A522-BBA66875737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283200" y="1769806"/>
            <a:ext cx="812800" cy="986599"/>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ppt_x</p:attrName>
                                        </p:attrNameLst>
                                      </p:cBhvr>
                                      <p:tavLst>
                                        <p:tav tm="0">
                                          <p:val>
                                            <p:strVal val="#ppt_x"/>
                                          </p:val>
                                        </p:tav>
                                        <p:tav tm="100000">
                                          <p:val>
                                            <p:strVal val="#ppt_x"/>
                                          </p:val>
                                        </p:tav>
                                      </p:tavLst>
                                    </p:anim>
                                    <p:anim calcmode="lin" valueType="num">
                                      <p:cBhvr additive="base">
                                        <p:cTn id="17" dur="500" fill="hold"/>
                                        <p:tgtEl>
                                          <p:spTgt spid="7"/>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500" fill="hold"/>
                                        <p:tgtEl>
                                          <p:spTgt spid="8"/>
                                        </p:tgtEl>
                                        <p:attrNameLst>
                                          <p:attrName>ppt_x</p:attrName>
                                        </p:attrNameLst>
                                      </p:cBhvr>
                                      <p:tavLst>
                                        <p:tav tm="0">
                                          <p:val>
                                            <p:strVal val="#ppt_x"/>
                                          </p:val>
                                        </p:tav>
                                        <p:tav tm="100000">
                                          <p:val>
                                            <p:strVal val="#ppt_x"/>
                                          </p:val>
                                        </p:tav>
                                      </p:tavLst>
                                    </p:anim>
                                    <p:anim calcmode="lin" valueType="num">
                                      <p:cBhvr additive="base">
                                        <p:cTn id="21" dur="500" fill="hold"/>
                                        <p:tgtEl>
                                          <p:spTgt spid="8"/>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 calcmode="lin" valueType="num">
                                      <p:cBhvr additive="base">
                                        <p:cTn id="24" dur="500" fill="hold"/>
                                        <p:tgtEl>
                                          <p:spTgt spid="13"/>
                                        </p:tgtEl>
                                        <p:attrNameLst>
                                          <p:attrName>ppt_x</p:attrName>
                                        </p:attrNameLst>
                                      </p:cBhvr>
                                      <p:tavLst>
                                        <p:tav tm="0">
                                          <p:val>
                                            <p:strVal val="#ppt_x"/>
                                          </p:val>
                                        </p:tav>
                                        <p:tav tm="100000">
                                          <p:val>
                                            <p:strVal val="#ppt_x"/>
                                          </p:val>
                                        </p:tav>
                                      </p:tavLst>
                                    </p:anim>
                                    <p:anim calcmode="lin" valueType="num">
                                      <p:cBhvr additive="base">
                                        <p:cTn id="25" dur="500" fill="hold"/>
                                        <p:tgtEl>
                                          <p:spTgt spid="13"/>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 calcmode="lin" valueType="num">
                                      <p:cBhvr additive="base">
                                        <p:cTn id="28" dur="500" fill="hold"/>
                                        <p:tgtEl>
                                          <p:spTgt spid="15"/>
                                        </p:tgtEl>
                                        <p:attrNameLst>
                                          <p:attrName>ppt_x</p:attrName>
                                        </p:attrNameLst>
                                      </p:cBhvr>
                                      <p:tavLst>
                                        <p:tav tm="0">
                                          <p:val>
                                            <p:strVal val="#ppt_x"/>
                                          </p:val>
                                        </p:tav>
                                        <p:tav tm="100000">
                                          <p:val>
                                            <p:strVal val="#ppt_x"/>
                                          </p:val>
                                        </p:tav>
                                      </p:tavLst>
                                    </p:anim>
                                    <p:anim calcmode="lin" valueType="num">
                                      <p:cBhvr additive="base">
                                        <p:cTn id="29"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Shape 608">
          <a:extLst>
            <a:ext uri="{FF2B5EF4-FFF2-40B4-BE49-F238E27FC236}">
              <a16:creationId xmlns:a16="http://schemas.microsoft.com/office/drawing/2014/main" id="{2EB90241-1DD2-22EC-C778-3726E2E159C9}"/>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3443CB5C-1D80-CCC3-F340-46A5A23EF5B0}"/>
              </a:ext>
            </a:extLst>
          </p:cNvPr>
          <p:cNvSpPr txBox="1"/>
          <p:nvPr/>
        </p:nvSpPr>
        <p:spPr>
          <a:xfrm>
            <a:off x="3147552" y="56568"/>
            <a:ext cx="5896896" cy="707886"/>
          </a:xfrm>
          <a:prstGeom prst="rect">
            <a:avLst/>
          </a:prstGeom>
          <a:noFill/>
        </p:spPr>
        <p:txBody>
          <a:bodyPr wrap="square">
            <a:spAutoFit/>
          </a:bodyPr>
          <a:lstStyle/>
          <a:p>
            <a:pPr algn="ctr"/>
            <a:r>
              <a:rPr lang="fr-FR" sz="4000" dirty="0">
                <a:solidFill>
                  <a:schemeClr val="bg1"/>
                </a:solidFill>
                <a:latin typeface="Constantia" panose="02030602050306030303" pitchFamily="18" charset="0"/>
              </a:rPr>
              <a:t>Outils développés</a:t>
            </a:r>
            <a:endParaRPr lang="fr-FR" sz="4000" dirty="0"/>
          </a:p>
        </p:txBody>
      </p:sp>
      <p:pic>
        <p:nvPicPr>
          <p:cNvPr id="11" name="Picture 1">
            <a:extLst>
              <a:ext uri="{FF2B5EF4-FFF2-40B4-BE49-F238E27FC236}">
                <a16:creationId xmlns:a16="http://schemas.microsoft.com/office/drawing/2014/main" id="{02CC1887-BBE9-8027-A7D0-6EA7A0B916C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16646" y="2275923"/>
            <a:ext cx="1514167" cy="1356850"/>
          </a:xfrm>
          <a:prstGeom prst="rect">
            <a:avLst/>
          </a:prstGeom>
        </p:spPr>
      </p:pic>
      <p:sp>
        <p:nvSpPr>
          <p:cNvPr id="12" name="ZoneTexte 11">
            <a:extLst>
              <a:ext uri="{FF2B5EF4-FFF2-40B4-BE49-F238E27FC236}">
                <a16:creationId xmlns:a16="http://schemas.microsoft.com/office/drawing/2014/main" id="{D37D0188-656F-A6D3-F384-BDCC4A4592E2}"/>
              </a:ext>
            </a:extLst>
          </p:cNvPr>
          <p:cNvSpPr txBox="1"/>
          <p:nvPr/>
        </p:nvSpPr>
        <p:spPr>
          <a:xfrm>
            <a:off x="970935" y="764454"/>
            <a:ext cx="7602794" cy="584775"/>
          </a:xfrm>
          <a:prstGeom prst="rect">
            <a:avLst/>
          </a:prstGeom>
          <a:noFill/>
        </p:spPr>
        <p:txBody>
          <a:bodyPr wrap="square">
            <a:spAutoFit/>
          </a:bodyPr>
          <a:lstStyle/>
          <a:p>
            <a:r>
              <a:rPr lang="fr-FR" altLang="fr-FR" sz="3200" dirty="0">
                <a:solidFill>
                  <a:schemeClr val="bg1"/>
                </a:solidFill>
                <a:latin typeface="Constantia" panose="02030602050306030303" pitchFamily="18" charset="0"/>
              </a:rPr>
              <a:t>Les logiciels</a:t>
            </a:r>
            <a:endParaRPr lang="fr-FR" sz="3200" dirty="0"/>
          </a:p>
        </p:txBody>
      </p:sp>
      <p:pic>
        <p:nvPicPr>
          <p:cNvPr id="5" name="Picture 1">
            <a:extLst>
              <a:ext uri="{FF2B5EF4-FFF2-40B4-BE49-F238E27FC236}">
                <a16:creationId xmlns:a16="http://schemas.microsoft.com/office/drawing/2014/main" id="{DD657DF2-4243-F9A5-E954-2CC4ED0161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13685" y="2275923"/>
            <a:ext cx="1514167" cy="1356850"/>
          </a:xfrm>
          <a:prstGeom prst="rect">
            <a:avLst/>
          </a:prstGeom>
        </p:spPr>
      </p:pic>
    </p:spTree>
    <p:extLst>
      <p:ext uri="{BB962C8B-B14F-4D97-AF65-F5344CB8AC3E}">
        <p14:creationId xmlns:p14="http://schemas.microsoft.com/office/powerpoint/2010/main" val="25296700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ppt_x"/>
                                          </p:val>
                                        </p:tav>
                                        <p:tav tm="100000">
                                          <p:val>
                                            <p:strVal val="#ppt_x"/>
                                          </p:val>
                                        </p:tav>
                                      </p:tavLst>
                                    </p:anim>
                                    <p:anim calcmode="lin" valueType="num">
                                      <p:cBhvr additive="base">
                                        <p:cTn id="13" dur="500" fill="hold"/>
                                        <p:tgtEl>
                                          <p:spTgt spid="11"/>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ppt_x"/>
                                          </p:val>
                                        </p:tav>
                                        <p:tav tm="100000">
                                          <p:val>
                                            <p:strVal val="#ppt_x"/>
                                          </p:val>
                                        </p:tav>
                                      </p:tavLst>
                                    </p:anim>
                                    <p:anim calcmode="lin" valueType="num">
                                      <p:cBhvr additive="base">
                                        <p:cTn id="17"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1A948B8-CBE6-561B-B13D-B31508919DB7}"/>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B14822AA-6726-B48B-8553-A0E6FF9CE90B}"/>
              </a:ext>
            </a:extLst>
          </p:cNvPr>
          <p:cNvSpPr>
            <a:spLocks noGrp="1"/>
          </p:cNvSpPr>
          <p:nvPr>
            <p:ph idx="1"/>
          </p:nvPr>
        </p:nvSpPr>
        <p:spPr>
          <a:xfrm>
            <a:off x="1141412" y="550606"/>
            <a:ext cx="9905999" cy="5240595"/>
          </a:xfrm>
        </p:spPr>
        <p:txBody>
          <a:bodyPr/>
          <a:lstStyle/>
          <a:p>
            <a:pPr marL="0" indent="0" algn="ctr">
              <a:buNone/>
            </a:pPr>
            <a:endParaRPr lang="fr-FR" dirty="0"/>
          </a:p>
          <a:p>
            <a:pPr marL="0" indent="0" algn="ctr">
              <a:buNone/>
            </a:pPr>
            <a:endParaRPr lang="fr-FR" dirty="0"/>
          </a:p>
          <a:p>
            <a:pPr marL="0" indent="0" algn="ctr">
              <a:buNone/>
            </a:pPr>
            <a:endParaRPr lang="fr-FR" dirty="0"/>
          </a:p>
          <a:p>
            <a:pPr marL="0" indent="0" algn="ctr">
              <a:buNone/>
            </a:pPr>
            <a:r>
              <a:rPr lang="fr-FR" sz="6000" dirty="0">
                <a:solidFill>
                  <a:schemeClr val="bg1"/>
                </a:solidFill>
              </a:rPr>
              <a:t>Conclusion</a:t>
            </a:r>
          </a:p>
        </p:txBody>
      </p:sp>
    </p:spTree>
    <p:extLst>
      <p:ext uri="{BB962C8B-B14F-4D97-AF65-F5344CB8AC3E}">
        <p14:creationId xmlns:p14="http://schemas.microsoft.com/office/powerpoint/2010/main" val="3884974666"/>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C967CA7-73B1-3EC0-2398-0B25C991CD0D}"/>
            </a:ext>
          </a:extLst>
        </p:cNvPr>
        <p:cNvGrpSpPr/>
        <p:nvPr/>
      </p:nvGrpSpPr>
      <p:grpSpPr>
        <a:xfrm>
          <a:off x="0" y="0"/>
          <a:ext cx="0" cy="0"/>
          <a:chOff x="0" y="0"/>
          <a:chExt cx="0" cy="0"/>
        </a:xfrm>
      </p:grpSpPr>
      <p:sp>
        <p:nvSpPr>
          <p:cNvPr id="7171" name="Espace réservé du contenu 2">
            <a:extLst>
              <a:ext uri="{FF2B5EF4-FFF2-40B4-BE49-F238E27FC236}">
                <a16:creationId xmlns:a16="http://schemas.microsoft.com/office/drawing/2014/main" id="{3ABB6A88-234B-C0AD-7E00-5ED0A2AB5ED2}"/>
              </a:ext>
            </a:extLst>
          </p:cNvPr>
          <p:cNvSpPr>
            <a:spLocks noGrp="1"/>
          </p:cNvSpPr>
          <p:nvPr>
            <p:ph idx="1"/>
          </p:nvPr>
        </p:nvSpPr>
        <p:spPr>
          <a:xfrm>
            <a:off x="1966912" y="944880"/>
            <a:ext cx="8258175" cy="4917440"/>
          </a:xfrm>
        </p:spPr>
        <p:txBody>
          <a:bodyPr>
            <a:normAutofit/>
          </a:bodyPr>
          <a:lstStyle/>
          <a:p>
            <a:r>
              <a:rPr lang="fr-FR" sz="2000" dirty="0">
                <a:solidFill>
                  <a:schemeClr val="bg2">
                    <a:lumMod val="75000"/>
                  </a:schemeClr>
                </a:solidFill>
              </a:rPr>
              <a:t>Durant notre étude, nous avons confirmé que la numérisation des processus administratifs et pédagogiques notamment la gestion des emplois du temps est non seulement nécessaire mais aussi réalisable pour répondre aux défis croissants des départements académiques. </a:t>
            </a:r>
          </a:p>
          <a:p>
            <a:r>
              <a:rPr lang="fr-FR" sz="2000" dirty="0">
                <a:solidFill>
                  <a:schemeClr val="bg2">
                    <a:lumMod val="75000"/>
                  </a:schemeClr>
                </a:solidFill>
              </a:rPr>
              <a:t>La complexité accrue des plannings rend l’utilisation des méthodes traditionnelles inefficace et source d’erreurs affectant l’organisation et la qualité de l’enseignement. </a:t>
            </a:r>
          </a:p>
          <a:p>
            <a:r>
              <a:rPr lang="fr-FR" sz="2000" dirty="0">
                <a:solidFill>
                  <a:schemeClr val="bg2">
                    <a:lumMod val="75000"/>
                  </a:schemeClr>
                </a:solidFill>
              </a:rPr>
              <a:t>La réussite de ce projet repose sur une maîtrise approfondie des technologies utilisées ainsi qu’une compréhension fine des contraintes pédagogiques propres au département. </a:t>
            </a:r>
          </a:p>
          <a:p>
            <a:r>
              <a:rPr lang="fr-FR" sz="2000" dirty="0">
                <a:solidFill>
                  <a:schemeClr val="bg2">
                    <a:lumMod val="75000"/>
                  </a:schemeClr>
                </a:solidFill>
              </a:rPr>
              <a:t>Nous espérons avoir répondu aux objectifs fixés, en proposant une solution évolutive, accessible et fonctionnelle .</a:t>
            </a:r>
          </a:p>
        </p:txBody>
      </p:sp>
      <p:sp>
        <p:nvSpPr>
          <p:cNvPr id="2" name="ZoneTexte 1">
            <a:extLst>
              <a:ext uri="{FF2B5EF4-FFF2-40B4-BE49-F238E27FC236}">
                <a16:creationId xmlns:a16="http://schemas.microsoft.com/office/drawing/2014/main" id="{D783829B-4A91-D17A-2377-63994E51DCC8}"/>
              </a:ext>
            </a:extLst>
          </p:cNvPr>
          <p:cNvSpPr txBox="1"/>
          <p:nvPr/>
        </p:nvSpPr>
        <p:spPr>
          <a:xfrm>
            <a:off x="3045541" y="112652"/>
            <a:ext cx="6100916" cy="707886"/>
          </a:xfrm>
          <a:prstGeom prst="rect">
            <a:avLst/>
          </a:prstGeom>
          <a:noFill/>
        </p:spPr>
        <p:txBody>
          <a:bodyPr wrap="square">
            <a:spAutoFit/>
          </a:bodyPr>
          <a:lstStyle/>
          <a:p>
            <a:pPr algn="ctr"/>
            <a:r>
              <a:rPr lang="fr-FR" altLang="fr-FR" sz="4000" dirty="0">
                <a:solidFill>
                  <a:schemeClr val="bg1"/>
                </a:solidFill>
                <a:latin typeface="Constantia" panose="02030602050306030303" pitchFamily="18" charset="0"/>
              </a:rPr>
              <a:t>Conclusion</a:t>
            </a:r>
            <a:endParaRPr lang="fr-FR" sz="4000" dirty="0"/>
          </a:p>
        </p:txBody>
      </p:sp>
    </p:spTree>
    <p:extLst>
      <p:ext uri="{BB962C8B-B14F-4D97-AF65-F5344CB8AC3E}">
        <p14:creationId xmlns:p14="http://schemas.microsoft.com/office/powerpoint/2010/main" val="674703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Effect transition="in" filter="fade">
                                      <p:cBhvr>
                                        <p:cTn id="7" dur="500"/>
                                        <p:tgtEl>
                                          <p:spTgt spid="7171">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171">
                                            <p:txEl>
                                              <p:pRg st="1" end="1"/>
                                            </p:txEl>
                                          </p:spTgt>
                                        </p:tgtEl>
                                        <p:attrNameLst>
                                          <p:attrName>style.visibility</p:attrName>
                                        </p:attrNameLst>
                                      </p:cBhvr>
                                      <p:to>
                                        <p:strVal val="visible"/>
                                      </p:to>
                                    </p:set>
                                    <p:animEffect transition="in" filter="fade">
                                      <p:cBhvr>
                                        <p:cTn id="10" dur="500"/>
                                        <p:tgtEl>
                                          <p:spTgt spid="7171">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171">
                                            <p:txEl>
                                              <p:pRg st="2" end="2"/>
                                            </p:txEl>
                                          </p:spTgt>
                                        </p:tgtEl>
                                        <p:attrNameLst>
                                          <p:attrName>style.visibility</p:attrName>
                                        </p:attrNameLst>
                                      </p:cBhvr>
                                      <p:to>
                                        <p:strVal val="visible"/>
                                      </p:to>
                                    </p:set>
                                    <p:animEffect transition="in" filter="fade">
                                      <p:cBhvr>
                                        <p:cTn id="13" dur="500"/>
                                        <p:tgtEl>
                                          <p:spTgt spid="7171">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171">
                                            <p:txEl>
                                              <p:pRg st="3" end="3"/>
                                            </p:txEl>
                                          </p:spTgt>
                                        </p:tgtEl>
                                        <p:attrNameLst>
                                          <p:attrName>style.visibility</p:attrName>
                                        </p:attrNameLst>
                                      </p:cBhvr>
                                      <p:to>
                                        <p:strVal val="visible"/>
                                      </p:to>
                                    </p:set>
                                    <p:animEffect transition="in" filter="fade">
                                      <p:cBhvr>
                                        <p:cTn id="16" dur="500"/>
                                        <p:tgtEl>
                                          <p:spTgt spid="717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Shape 677"/>
        <p:cNvGrpSpPr/>
        <p:nvPr/>
      </p:nvGrpSpPr>
      <p:grpSpPr>
        <a:xfrm>
          <a:off x="0" y="0"/>
          <a:ext cx="0" cy="0"/>
          <a:chOff x="0" y="0"/>
          <a:chExt cx="0" cy="0"/>
        </a:xfrm>
      </p:grpSpPr>
      <p:sp>
        <p:nvSpPr>
          <p:cNvPr id="685" name="Google Shape;685;p20"/>
          <p:cNvSpPr/>
          <p:nvPr/>
        </p:nvSpPr>
        <p:spPr>
          <a:xfrm>
            <a:off x="2327179" y="2782669"/>
            <a:ext cx="7537641"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fr-FR" sz="3600" b="1" i="0" u="none" strike="noStrike" cap="none" dirty="0">
                <a:solidFill>
                  <a:schemeClr val="dk1"/>
                </a:solidFill>
                <a:latin typeface="Century Gothic"/>
                <a:ea typeface="Century Gothic"/>
                <a:cs typeface="Century Gothic"/>
                <a:sym typeface="Century Gothic"/>
              </a:rPr>
              <a:t>Merci de votre aimable attention</a:t>
            </a:r>
            <a:endParaRPr sz="1400" b="0" i="0" u="none" strike="noStrike" cap="none" dirty="0">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85"/>
                                        </p:tgtEl>
                                        <p:attrNameLst>
                                          <p:attrName>style.visibility</p:attrName>
                                        </p:attrNameLst>
                                      </p:cBhvr>
                                      <p:to>
                                        <p:strVal val="visible"/>
                                      </p:to>
                                    </p:set>
                                    <p:animEffect transition="in" filter="fade">
                                      <p:cBhvr>
                                        <p:cTn id="7" dur="1000"/>
                                        <p:tgtEl>
                                          <p:spTgt spid="6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Sillage">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TM04033919[[fn=Circuit]]</Template>
  <TotalTime>235</TotalTime>
  <Words>763</Words>
  <Application>Microsoft Office PowerPoint</Application>
  <PresentationFormat>Grand écran</PresentationFormat>
  <Paragraphs>131</Paragraphs>
  <Slides>25</Slides>
  <Notes>10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25</vt:i4>
      </vt:variant>
    </vt:vector>
  </HeadingPairs>
  <TitlesOfParts>
    <vt:vector size="32" baseType="lpstr">
      <vt:lpstr>Arial</vt:lpstr>
      <vt:lpstr>Calibri</vt:lpstr>
      <vt:lpstr>Century Gothic</vt:lpstr>
      <vt:lpstr>Constantia</vt:lpstr>
      <vt:lpstr>Tw Cen MT</vt:lpstr>
      <vt:lpstr>Verdana</vt:lpstr>
      <vt:lpstr>Circuit</vt:lpstr>
      <vt:lpstr>Présentation PowerPoint</vt:lpstr>
      <vt:lpstr>Présentation PowerPoint</vt:lpstr>
      <vt:lpstr>Plan</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oukidabdelkrim@gmail.com</dc:creator>
  <cp:lastModifiedBy>oukidabdelkrim@gmail.com</cp:lastModifiedBy>
  <cp:revision>11</cp:revision>
  <dcterms:created xsi:type="dcterms:W3CDTF">2025-05-25T22:09:08Z</dcterms:created>
  <dcterms:modified xsi:type="dcterms:W3CDTF">2025-05-27T14:18:50Z</dcterms:modified>
</cp:coreProperties>
</file>